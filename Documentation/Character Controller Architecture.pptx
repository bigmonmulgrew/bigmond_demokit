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6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E5BA"/>
    <a:srgbClr val="CB5A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EED8CA-27AA-4559-A001-60DC17BDB606}" type="doc">
      <dgm:prSet loTypeId="urn:microsoft.com/office/officeart/2005/8/layout/hierarchy3" loCatId="hierarchy" qsTypeId="urn:microsoft.com/office/officeart/2005/8/quickstyle/simple5" qsCatId="simple" csTypeId="urn:microsoft.com/office/officeart/2005/8/colors/accent5_2" csCatId="accent5"/>
      <dgm:spPr/>
      <dgm:t>
        <a:bodyPr/>
        <a:lstStyle/>
        <a:p>
          <a:endParaRPr lang="en-US"/>
        </a:p>
      </dgm:t>
    </dgm:pt>
    <dgm:pt modelId="{290B0775-12A9-4CFC-81F8-5897D7EFBEC4}">
      <dgm:prSet/>
      <dgm:spPr/>
      <dgm:t>
        <a:bodyPr/>
        <a:lstStyle/>
        <a:p>
          <a:r>
            <a:rPr lang="en-GB"/>
            <a:t>Composition using components</a:t>
          </a:r>
          <a:endParaRPr lang="en-US"/>
        </a:p>
      </dgm:t>
    </dgm:pt>
    <dgm:pt modelId="{67B9DE7E-8090-452F-BD65-DB5885D972CB}" type="parTrans" cxnId="{AE6C244F-CA4A-464C-B624-F263DB78EB12}">
      <dgm:prSet/>
      <dgm:spPr/>
      <dgm:t>
        <a:bodyPr/>
        <a:lstStyle/>
        <a:p>
          <a:endParaRPr lang="en-US"/>
        </a:p>
      </dgm:t>
    </dgm:pt>
    <dgm:pt modelId="{BEDC31EA-B739-4646-AF0F-243E684C68BB}" type="sibTrans" cxnId="{AE6C244F-CA4A-464C-B624-F263DB78EB12}">
      <dgm:prSet/>
      <dgm:spPr/>
      <dgm:t>
        <a:bodyPr/>
        <a:lstStyle/>
        <a:p>
          <a:endParaRPr lang="en-US"/>
        </a:p>
      </dgm:t>
    </dgm:pt>
    <dgm:pt modelId="{5CFCD2C3-15FD-4192-8F4E-1EE46235FE26}">
      <dgm:prSet/>
      <dgm:spPr/>
      <dgm:t>
        <a:bodyPr/>
        <a:lstStyle/>
        <a:p>
          <a:r>
            <a:rPr lang="en-GB"/>
            <a:t>Class inheritance</a:t>
          </a:r>
          <a:endParaRPr lang="en-US"/>
        </a:p>
      </dgm:t>
    </dgm:pt>
    <dgm:pt modelId="{108451B3-09EB-4D29-945E-97EA60B76F77}" type="parTrans" cxnId="{48CA92CB-F833-4DC5-A3B9-8A1E56EAFBD6}">
      <dgm:prSet/>
      <dgm:spPr/>
      <dgm:t>
        <a:bodyPr/>
        <a:lstStyle/>
        <a:p>
          <a:endParaRPr lang="en-US"/>
        </a:p>
      </dgm:t>
    </dgm:pt>
    <dgm:pt modelId="{379C86F5-A77E-4DB3-A877-0B619E57C08C}" type="sibTrans" cxnId="{48CA92CB-F833-4DC5-A3B9-8A1E56EAFBD6}">
      <dgm:prSet/>
      <dgm:spPr/>
      <dgm:t>
        <a:bodyPr/>
        <a:lstStyle/>
        <a:p>
          <a:endParaRPr lang="en-US"/>
        </a:p>
      </dgm:t>
    </dgm:pt>
    <dgm:pt modelId="{DAAA5BDC-51B5-4BA8-BD1A-F90F7B596902}">
      <dgm:prSet/>
      <dgm:spPr/>
      <dgm:t>
        <a:bodyPr/>
        <a:lstStyle/>
        <a:p>
          <a:r>
            <a:rPr lang="en-GB"/>
            <a:t>Uses interface module system</a:t>
          </a:r>
          <a:endParaRPr lang="en-US"/>
        </a:p>
      </dgm:t>
    </dgm:pt>
    <dgm:pt modelId="{508345FA-4FF4-417E-A5F9-69CD6EDAB061}" type="parTrans" cxnId="{848EAF0D-8B6E-4C38-BA2C-6B969CC7698B}">
      <dgm:prSet/>
      <dgm:spPr/>
      <dgm:t>
        <a:bodyPr/>
        <a:lstStyle/>
        <a:p>
          <a:endParaRPr lang="en-US"/>
        </a:p>
      </dgm:t>
    </dgm:pt>
    <dgm:pt modelId="{4C92282C-9A73-4BC9-9E1F-CC51563A1EA8}" type="sibTrans" cxnId="{848EAF0D-8B6E-4C38-BA2C-6B969CC7698B}">
      <dgm:prSet/>
      <dgm:spPr/>
      <dgm:t>
        <a:bodyPr/>
        <a:lstStyle/>
        <a:p>
          <a:endParaRPr lang="en-US"/>
        </a:p>
      </dgm:t>
    </dgm:pt>
    <dgm:pt modelId="{D805B79A-BDAD-4CEF-B2D2-604339F41C5C}" type="pres">
      <dgm:prSet presAssocID="{F4EED8CA-27AA-4559-A001-60DC17BDB606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1D160E4-8398-4751-82B6-DA17ACD1B9FB}" type="pres">
      <dgm:prSet presAssocID="{290B0775-12A9-4CFC-81F8-5897D7EFBEC4}" presName="root" presStyleCnt="0"/>
      <dgm:spPr/>
    </dgm:pt>
    <dgm:pt modelId="{CB302F83-9678-45F3-8E78-AC9C0A1F20B1}" type="pres">
      <dgm:prSet presAssocID="{290B0775-12A9-4CFC-81F8-5897D7EFBEC4}" presName="rootComposite" presStyleCnt="0"/>
      <dgm:spPr/>
    </dgm:pt>
    <dgm:pt modelId="{20633519-04F5-4C8E-8875-5439FCD2D5C9}" type="pres">
      <dgm:prSet presAssocID="{290B0775-12A9-4CFC-81F8-5897D7EFBEC4}" presName="rootText" presStyleLbl="node1" presStyleIdx="0" presStyleCnt="3"/>
      <dgm:spPr/>
    </dgm:pt>
    <dgm:pt modelId="{39033134-F8FA-49E4-854F-5E8E825DFDAC}" type="pres">
      <dgm:prSet presAssocID="{290B0775-12A9-4CFC-81F8-5897D7EFBEC4}" presName="rootConnector" presStyleLbl="node1" presStyleIdx="0" presStyleCnt="3"/>
      <dgm:spPr/>
    </dgm:pt>
    <dgm:pt modelId="{DBD71231-663D-4D94-A962-00F88FB4B628}" type="pres">
      <dgm:prSet presAssocID="{290B0775-12A9-4CFC-81F8-5897D7EFBEC4}" presName="childShape" presStyleCnt="0"/>
      <dgm:spPr/>
    </dgm:pt>
    <dgm:pt modelId="{A0352F17-407F-4F02-8436-56805A32D41C}" type="pres">
      <dgm:prSet presAssocID="{5CFCD2C3-15FD-4192-8F4E-1EE46235FE26}" presName="root" presStyleCnt="0"/>
      <dgm:spPr/>
    </dgm:pt>
    <dgm:pt modelId="{B646E02F-DB88-4CD3-9FF9-738C0C2A00A9}" type="pres">
      <dgm:prSet presAssocID="{5CFCD2C3-15FD-4192-8F4E-1EE46235FE26}" presName="rootComposite" presStyleCnt="0"/>
      <dgm:spPr/>
    </dgm:pt>
    <dgm:pt modelId="{C5340843-8F3E-4BCA-AEEC-E093344E4B02}" type="pres">
      <dgm:prSet presAssocID="{5CFCD2C3-15FD-4192-8F4E-1EE46235FE26}" presName="rootText" presStyleLbl="node1" presStyleIdx="1" presStyleCnt="3"/>
      <dgm:spPr/>
    </dgm:pt>
    <dgm:pt modelId="{5E921147-43A8-401D-98FD-A5ABCBE0C238}" type="pres">
      <dgm:prSet presAssocID="{5CFCD2C3-15FD-4192-8F4E-1EE46235FE26}" presName="rootConnector" presStyleLbl="node1" presStyleIdx="1" presStyleCnt="3"/>
      <dgm:spPr/>
    </dgm:pt>
    <dgm:pt modelId="{8C7A7AB2-17B6-43E4-AE5F-DD808C97C002}" type="pres">
      <dgm:prSet presAssocID="{5CFCD2C3-15FD-4192-8F4E-1EE46235FE26}" presName="childShape" presStyleCnt="0"/>
      <dgm:spPr/>
    </dgm:pt>
    <dgm:pt modelId="{FB0CBD58-5166-4279-A26B-9C6C1DDEB0FA}" type="pres">
      <dgm:prSet presAssocID="{DAAA5BDC-51B5-4BA8-BD1A-F90F7B596902}" presName="root" presStyleCnt="0"/>
      <dgm:spPr/>
    </dgm:pt>
    <dgm:pt modelId="{352F67E0-CC40-4D43-9AAF-BFB260DF401C}" type="pres">
      <dgm:prSet presAssocID="{DAAA5BDC-51B5-4BA8-BD1A-F90F7B596902}" presName="rootComposite" presStyleCnt="0"/>
      <dgm:spPr/>
    </dgm:pt>
    <dgm:pt modelId="{4C90C00B-D201-46F9-A2A8-A6F332D3EDDC}" type="pres">
      <dgm:prSet presAssocID="{DAAA5BDC-51B5-4BA8-BD1A-F90F7B596902}" presName="rootText" presStyleLbl="node1" presStyleIdx="2" presStyleCnt="3"/>
      <dgm:spPr/>
    </dgm:pt>
    <dgm:pt modelId="{569A38DE-D24D-4C92-BBDD-F83B0850D2C1}" type="pres">
      <dgm:prSet presAssocID="{DAAA5BDC-51B5-4BA8-BD1A-F90F7B596902}" presName="rootConnector" presStyleLbl="node1" presStyleIdx="2" presStyleCnt="3"/>
      <dgm:spPr/>
    </dgm:pt>
    <dgm:pt modelId="{63064CCA-E368-46A4-9E63-4C4DE036B8E0}" type="pres">
      <dgm:prSet presAssocID="{DAAA5BDC-51B5-4BA8-BD1A-F90F7B596902}" presName="childShape" presStyleCnt="0"/>
      <dgm:spPr/>
    </dgm:pt>
  </dgm:ptLst>
  <dgm:cxnLst>
    <dgm:cxn modelId="{848EAF0D-8B6E-4C38-BA2C-6B969CC7698B}" srcId="{F4EED8CA-27AA-4559-A001-60DC17BDB606}" destId="{DAAA5BDC-51B5-4BA8-BD1A-F90F7B596902}" srcOrd="2" destOrd="0" parTransId="{508345FA-4FF4-417E-A5F9-69CD6EDAB061}" sibTransId="{4C92282C-9A73-4BC9-9E1F-CC51563A1EA8}"/>
    <dgm:cxn modelId="{D01B192C-EFE0-4D53-9EAE-119321A276D2}" type="presOf" srcId="{290B0775-12A9-4CFC-81F8-5897D7EFBEC4}" destId="{20633519-04F5-4C8E-8875-5439FCD2D5C9}" srcOrd="0" destOrd="0" presId="urn:microsoft.com/office/officeart/2005/8/layout/hierarchy3"/>
    <dgm:cxn modelId="{AE6C244F-CA4A-464C-B624-F263DB78EB12}" srcId="{F4EED8CA-27AA-4559-A001-60DC17BDB606}" destId="{290B0775-12A9-4CFC-81F8-5897D7EFBEC4}" srcOrd="0" destOrd="0" parTransId="{67B9DE7E-8090-452F-BD65-DB5885D972CB}" sibTransId="{BEDC31EA-B739-4646-AF0F-243E684C68BB}"/>
    <dgm:cxn modelId="{7152444F-9D77-44D1-BC38-E8BBC894D8D9}" type="presOf" srcId="{5CFCD2C3-15FD-4192-8F4E-1EE46235FE26}" destId="{5E921147-43A8-401D-98FD-A5ABCBE0C238}" srcOrd="1" destOrd="0" presId="urn:microsoft.com/office/officeart/2005/8/layout/hierarchy3"/>
    <dgm:cxn modelId="{C534FC6F-6808-403F-9D74-0D3D129D1C20}" type="presOf" srcId="{DAAA5BDC-51B5-4BA8-BD1A-F90F7B596902}" destId="{4C90C00B-D201-46F9-A2A8-A6F332D3EDDC}" srcOrd="0" destOrd="0" presId="urn:microsoft.com/office/officeart/2005/8/layout/hierarchy3"/>
    <dgm:cxn modelId="{C4E2CE57-ECFD-4E45-996E-88864C9C5DFC}" type="presOf" srcId="{F4EED8CA-27AA-4559-A001-60DC17BDB606}" destId="{D805B79A-BDAD-4CEF-B2D2-604339F41C5C}" srcOrd="0" destOrd="0" presId="urn:microsoft.com/office/officeart/2005/8/layout/hierarchy3"/>
    <dgm:cxn modelId="{48CA92CB-F833-4DC5-A3B9-8A1E56EAFBD6}" srcId="{F4EED8CA-27AA-4559-A001-60DC17BDB606}" destId="{5CFCD2C3-15FD-4192-8F4E-1EE46235FE26}" srcOrd="1" destOrd="0" parTransId="{108451B3-09EB-4D29-945E-97EA60B76F77}" sibTransId="{379C86F5-A77E-4DB3-A877-0B619E57C08C}"/>
    <dgm:cxn modelId="{9CF893D5-AE0F-471B-B785-2B5F2A9AF196}" type="presOf" srcId="{DAAA5BDC-51B5-4BA8-BD1A-F90F7B596902}" destId="{569A38DE-D24D-4C92-BBDD-F83B0850D2C1}" srcOrd="1" destOrd="0" presId="urn:microsoft.com/office/officeart/2005/8/layout/hierarchy3"/>
    <dgm:cxn modelId="{A80564E7-3498-4110-BE78-035D91D51D55}" type="presOf" srcId="{290B0775-12A9-4CFC-81F8-5897D7EFBEC4}" destId="{39033134-F8FA-49E4-854F-5E8E825DFDAC}" srcOrd="1" destOrd="0" presId="urn:microsoft.com/office/officeart/2005/8/layout/hierarchy3"/>
    <dgm:cxn modelId="{C27B9DEA-4182-4E51-97AF-BE77F11E3721}" type="presOf" srcId="{5CFCD2C3-15FD-4192-8F4E-1EE46235FE26}" destId="{C5340843-8F3E-4BCA-AEEC-E093344E4B02}" srcOrd="0" destOrd="0" presId="urn:microsoft.com/office/officeart/2005/8/layout/hierarchy3"/>
    <dgm:cxn modelId="{5E341598-F76C-4D67-8D8C-32F4D7CBCD81}" type="presParOf" srcId="{D805B79A-BDAD-4CEF-B2D2-604339F41C5C}" destId="{E1D160E4-8398-4751-82B6-DA17ACD1B9FB}" srcOrd="0" destOrd="0" presId="urn:microsoft.com/office/officeart/2005/8/layout/hierarchy3"/>
    <dgm:cxn modelId="{5E2C6F1D-A728-4B8E-8AC4-8B7E47605B57}" type="presParOf" srcId="{E1D160E4-8398-4751-82B6-DA17ACD1B9FB}" destId="{CB302F83-9678-45F3-8E78-AC9C0A1F20B1}" srcOrd="0" destOrd="0" presId="urn:microsoft.com/office/officeart/2005/8/layout/hierarchy3"/>
    <dgm:cxn modelId="{0B82A051-C048-4447-9191-6500AC396D04}" type="presParOf" srcId="{CB302F83-9678-45F3-8E78-AC9C0A1F20B1}" destId="{20633519-04F5-4C8E-8875-5439FCD2D5C9}" srcOrd="0" destOrd="0" presId="urn:microsoft.com/office/officeart/2005/8/layout/hierarchy3"/>
    <dgm:cxn modelId="{BB2BAE85-BA17-490B-8670-BF0753295F4E}" type="presParOf" srcId="{CB302F83-9678-45F3-8E78-AC9C0A1F20B1}" destId="{39033134-F8FA-49E4-854F-5E8E825DFDAC}" srcOrd="1" destOrd="0" presId="urn:microsoft.com/office/officeart/2005/8/layout/hierarchy3"/>
    <dgm:cxn modelId="{6DBFE9E1-F65A-41BA-A1D8-0E9A3A6DB94B}" type="presParOf" srcId="{E1D160E4-8398-4751-82B6-DA17ACD1B9FB}" destId="{DBD71231-663D-4D94-A962-00F88FB4B628}" srcOrd="1" destOrd="0" presId="urn:microsoft.com/office/officeart/2005/8/layout/hierarchy3"/>
    <dgm:cxn modelId="{6023E03B-2AD3-49D9-818F-12B26654ACB8}" type="presParOf" srcId="{D805B79A-BDAD-4CEF-B2D2-604339F41C5C}" destId="{A0352F17-407F-4F02-8436-56805A32D41C}" srcOrd="1" destOrd="0" presId="urn:microsoft.com/office/officeart/2005/8/layout/hierarchy3"/>
    <dgm:cxn modelId="{114CA7D9-2596-4629-962F-BE788796B6BD}" type="presParOf" srcId="{A0352F17-407F-4F02-8436-56805A32D41C}" destId="{B646E02F-DB88-4CD3-9FF9-738C0C2A00A9}" srcOrd="0" destOrd="0" presId="urn:microsoft.com/office/officeart/2005/8/layout/hierarchy3"/>
    <dgm:cxn modelId="{746BFD91-7B15-4165-B3FB-514BBD03E0A9}" type="presParOf" srcId="{B646E02F-DB88-4CD3-9FF9-738C0C2A00A9}" destId="{C5340843-8F3E-4BCA-AEEC-E093344E4B02}" srcOrd="0" destOrd="0" presId="urn:microsoft.com/office/officeart/2005/8/layout/hierarchy3"/>
    <dgm:cxn modelId="{AA414F09-B45A-4685-B3EC-F11F711CBD87}" type="presParOf" srcId="{B646E02F-DB88-4CD3-9FF9-738C0C2A00A9}" destId="{5E921147-43A8-401D-98FD-A5ABCBE0C238}" srcOrd="1" destOrd="0" presId="urn:microsoft.com/office/officeart/2005/8/layout/hierarchy3"/>
    <dgm:cxn modelId="{75DCBC4E-7725-48B6-B4B3-198B024B8456}" type="presParOf" srcId="{A0352F17-407F-4F02-8436-56805A32D41C}" destId="{8C7A7AB2-17B6-43E4-AE5F-DD808C97C002}" srcOrd="1" destOrd="0" presId="urn:microsoft.com/office/officeart/2005/8/layout/hierarchy3"/>
    <dgm:cxn modelId="{86433690-D0E8-4AC5-AAE8-1C09E7B59CF9}" type="presParOf" srcId="{D805B79A-BDAD-4CEF-B2D2-604339F41C5C}" destId="{FB0CBD58-5166-4279-A26B-9C6C1DDEB0FA}" srcOrd="2" destOrd="0" presId="urn:microsoft.com/office/officeart/2005/8/layout/hierarchy3"/>
    <dgm:cxn modelId="{658315A1-F5F0-4BF1-B621-3B022A7313C0}" type="presParOf" srcId="{FB0CBD58-5166-4279-A26B-9C6C1DDEB0FA}" destId="{352F67E0-CC40-4D43-9AAF-BFB260DF401C}" srcOrd="0" destOrd="0" presId="urn:microsoft.com/office/officeart/2005/8/layout/hierarchy3"/>
    <dgm:cxn modelId="{4D504C7D-5671-4C93-A134-A2ABD16B8CD4}" type="presParOf" srcId="{352F67E0-CC40-4D43-9AAF-BFB260DF401C}" destId="{4C90C00B-D201-46F9-A2A8-A6F332D3EDDC}" srcOrd="0" destOrd="0" presId="urn:microsoft.com/office/officeart/2005/8/layout/hierarchy3"/>
    <dgm:cxn modelId="{342A051E-7895-4514-95ED-931A866825DC}" type="presParOf" srcId="{352F67E0-CC40-4D43-9AAF-BFB260DF401C}" destId="{569A38DE-D24D-4C92-BBDD-F83B0850D2C1}" srcOrd="1" destOrd="0" presId="urn:microsoft.com/office/officeart/2005/8/layout/hierarchy3"/>
    <dgm:cxn modelId="{01BFD7DB-188B-463F-A332-5817D0BF5FA0}" type="presParOf" srcId="{FB0CBD58-5166-4279-A26B-9C6C1DDEB0FA}" destId="{63064CCA-E368-46A4-9E63-4C4DE036B8E0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05FA889-2D7E-4B02-8EBA-35A600213028}" type="doc">
      <dgm:prSet loTypeId="urn:microsoft.com/office/officeart/2016/7/layout/HorizontalActionList" loCatId="List" qsTypeId="urn:microsoft.com/office/officeart/2005/8/quickstyle/simple2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B43F224-E626-45FB-85BA-5185EABE1144}">
      <dgm:prSet/>
      <dgm:spPr/>
      <dgm:t>
        <a:bodyPr/>
        <a:lstStyle/>
        <a:p>
          <a:r>
            <a:rPr lang="en-US"/>
            <a:t>Build</a:t>
          </a:r>
        </a:p>
      </dgm:t>
    </dgm:pt>
    <dgm:pt modelId="{2585FC57-70B4-45FD-BEF0-AAD6DD6CC279}" type="parTrans" cxnId="{A6DA2DC9-3F58-4781-8BE1-873383D4DF15}">
      <dgm:prSet/>
      <dgm:spPr/>
      <dgm:t>
        <a:bodyPr/>
        <a:lstStyle/>
        <a:p>
          <a:endParaRPr lang="en-US"/>
        </a:p>
      </dgm:t>
    </dgm:pt>
    <dgm:pt modelId="{CE9B5065-DF81-4D23-836C-5792B4C1A297}" type="sibTrans" cxnId="{A6DA2DC9-3F58-4781-8BE1-873383D4DF15}">
      <dgm:prSet/>
      <dgm:spPr/>
      <dgm:t>
        <a:bodyPr/>
        <a:lstStyle/>
        <a:p>
          <a:endParaRPr lang="en-US"/>
        </a:p>
      </dgm:t>
    </dgm:pt>
    <dgm:pt modelId="{D1B67D24-9CA1-47F7-977C-FB89D44A9221}">
      <dgm:prSet/>
      <dgm:spPr/>
      <dgm:t>
        <a:bodyPr/>
        <a:lstStyle/>
        <a:p>
          <a:r>
            <a:rPr lang="en-US" dirty="0"/>
            <a:t>Build a Character controller with modular functionality capable of fitting the majority of use cases</a:t>
          </a:r>
        </a:p>
      </dgm:t>
    </dgm:pt>
    <dgm:pt modelId="{A78F3488-F6C8-43CE-AD44-8543C1329017}" type="parTrans" cxnId="{C784FE92-05BA-4B1F-BA8D-8E064BEABFA9}">
      <dgm:prSet/>
      <dgm:spPr/>
      <dgm:t>
        <a:bodyPr/>
        <a:lstStyle/>
        <a:p>
          <a:endParaRPr lang="en-US"/>
        </a:p>
      </dgm:t>
    </dgm:pt>
    <dgm:pt modelId="{870BA894-819F-405E-BB93-39AA8846D748}" type="sibTrans" cxnId="{C784FE92-05BA-4B1F-BA8D-8E064BEABFA9}">
      <dgm:prSet/>
      <dgm:spPr/>
      <dgm:t>
        <a:bodyPr/>
        <a:lstStyle/>
        <a:p>
          <a:endParaRPr lang="en-US"/>
        </a:p>
      </dgm:t>
    </dgm:pt>
    <dgm:pt modelId="{59F24160-3DF5-4302-9827-20439AB6C445}">
      <dgm:prSet/>
      <dgm:spPr/>
      <dgm:t>
        <a:bodyPr/>
        <a:lstStyle/>
        <a:p>
          <a:r>
            <a:rPr lang="en-US"/>
            <a:t>Avoid</a:t>
          </a:r>
        </a:p>
      </dgm:t>
    </dgm:pt>
    <dgm:pt modelId="{79BBF150-A7DE-4EC9-AD4D-53668E009D04}" type="parTrans" cxnId="{C52F7B5A-85FB-4D94-97AE-51765A4D7CEE}">
      <dgm:prSet/>
      <dgm:spPr/>
      <dgm:t>
        <a:bodyPr/>
        <a:lstStyle/>
        <a:p>
          <a:endParaRPr lang="en-US"/>
        </a:p>
      </dgm:t>
    </dgm:pt>
    <dgm:pt modelId="{23DECA8D-2B71-47C9-AE6D-919A8FE8FDDF}" type="sibTrans" cxnId="{C52F7B5A-85FB-4D94-97AE-51765A4D7CEE}">
      <dgm:prSet/>
      <dgm:spPr/>
      <dgm:t>
        <a:bodyPr/>
        <a:lstStyle/>
        <a:p>
          <a:endParaRPr lang="en-US"/>
        </a:p>
      </dgm:t>
    </dgm:pt>
    <dgm:pt modelId="{8DBE9729-A729-4138-BEFF-EF84DA0318AA}">
      <dgm:prSet/>
      <dgm:spPr/>
      <dgm:t>
        <a:bodyPr/>
        <a:lstStyle/>
        <a:p>
          <a:r>
            <a:rPr lang="en-US" dirty="0"/>
            <a:t>Avoid loading large, unnecessary code, for maintainability and efficiency</a:t>
          </a:r>
        </a:p>
      </dgm:t>
    </dgm:pt>
    <dgm:pt modelId="{172CD3D6-382D-4832-A68F-6AFE018CCE3A}" type="parTrans" cxnId="{328F766E-F22D-44EC-B888-726E92D03158}">
      <dgm:prSet/>
      <dgm:spPr/>
      <dgm:t>
        <a:bodyPr/>
        <a:lstStyle/>
        <a:p>
          <a:endParaRPr lang="en-US"/>
        </a:p>
      </dgm:t>
    </dgm:pt>
    <dgm:pt modelId="{9AC75B62-31EA-472C-A504-74D82A9E47BF}" type="sibTrans" cxnId="{328F766E-F22D-44EC-B888-726E92D03158}">
      <dgm:prSet/>
      <dgm:spPr/>
      <dgm:t>
        <a:bodyPr/>
        <a:lstStyle/>
        <a:p>
          <a:endParaRPr lang="en-US"/>
        </a:p>
      </dgm:t>
    </dgm:pt>
    <dgm:pt modelId="{B5AF45B7-606A-4431-943D-38EFE5C96554}">
      <dgm:prSet/>
      <dgm:spPr/>
      <dgm:t>
        <a:bodyPr/>
        <a:lstStyle/>
        <a:p>
          <a:r>
            <a:rPr lang="en-US"/>
            <a:t>Reduce</a:t>
          </a:r>
        </a:p>
      </dgm:t>
    </dgm:pt>
    <dgm:pt modelId="{8C62DC20-AEAC-4BEB-9808-79B2C595A60A}" type="parTrans" cxnId="{B118EBAA-73BA-44F9-8618-FA2E0F6EA1D8}">
      <dgm:prSet/>
      <dgm:spPr/>
      <dgm:t>
        <a:bodyPr/>
        <a:lstStyle/>
        <a:p>
          <a:endParaRPr lang="en-US"/>
        </a:p>
      </dgm:t>
    </dgm:pt>
    <dgm:pt modelId="{10C66B9F-6F3F-4C5C-9D73-4B065E499AFF}" type="sibTrans" cxnId="{B118EBAA-73BA-44F9-8618-FA2E0F6EA1D8}">
      <dgm:prSet/>
      <dgm:spPr/>
      <dgm:t>
        <a:bodyPr/>
        <a:lstStyle/>
        <a:p>
          <a:endParaRPr lang="en-US"/>
        </a:p>
      </dgm:t>
    </dgm:pt>
    <dgm:pt modelId="{1DA2DA03-B4BE-4717-B9A8-F263FFBEC725}">
      <dgm:prSet/>
      <dgm:spPr/>
      <dgm:t>
        <a:bodyPr/>
        <a:lstStyle/>
        <a:p>
          <a:r>
            <a:rPr lang="en-US"/>
            <a:t>Reduce complex state-switching logic</a:t>
          </a:r>
        </a:p>
      </dgm:t>
    </dgm:pt>
    <dgm:pt modelId="{E133B476-1F13-4C58-9339-D31DFD081A8C}" type="parTrans" cxnId="{5E7D0BF9-D948-4FC2-BB5E-FF77B629372A}">
      <dgm:prSet/>
      <dgm:spPr/>
      <dgm:t>
        <a:bodyPr/>
        <a:lstStyle/>
        <a:p>
          <a:endParaRPr lang="en-US"/>
        </a:p>
      </dgm:t>
    </dgm:pt>
    <dgm:pt modelId="{38229721-9D52-4C06-A152-E3C7971B633F}" type="sibTrans" cxnId="{5E7D0BF9-D948-4FC2-BB5E-FF77B629372A}">
      <dgm:prSet/>
      <dgm:spPr/>
      <dgm:t>
        <a:bodyPr/>
        <a:lstStyle/>
        <a:p>
          <a:endParaRPr lang="en-US"/>
        </a:p>
      </dgm:t>
    </dgm:pt>
    <dgm:pt modelId="{F0DC16FE-5A47-4C19-9B2A-688CD9871AD2}" type="pres">
      <dgm:prSet presAssocID="{705FA889-2D7E-4B02-8EBA-35A600213028}" presName="Name0" presStyleCnt="0">
        <dgm:presLayoutVars>
          <dgm:dir/>
          <dgm:animLvl val="lvl"/>
          <dgm:resizeHandles val="exact"/>
        </dgm:presLayoutVars>
      </dgm:prSet>
      <dgm:spPr/>
    </dgm:pt>
    <dgm:pt modelId="{0FED2257-0900-40F7-A516-A22AC5E32254}" type="pres">
      <dgm:prSet presAssocID="{1B43F224-E626-45FB-85BA-5185EABE1144}" presName="composite" presStyleCnt="0"/>
      <dgm:spPr/>
    </dgm:pt>
    <dgm:pt modelId="{6AC0A17E-3527-4E0A-A7B7-4A6983E7430B}" type="pres">
      <dgm:prSet presAssocID="{1B43F224-E626-45FB-85BA-5185EABE1144}" presName="parTx" presStyleLbl="alignNode1" presStyleIdx="0" presStyleCnt="3">
        <dgm:presLayoutVars>
          <dgm:chMax val="0"/>
          <dgm:chPref val="0"/>
        </dgm:presLayoutVars>
      </dgm:prSet>
      <dgm:spPr/>
    </dgm:pt>
    <dgm:pt modelId="{20354FBC-F68B-4954-BEAD-72FC05D59779}" type="pres">
      <dgm:prSet presAssocID="{1B43F224-E626-45FB-85BA-5185EABE1144}" presName="desTx" presStyleLbl="alignAccFollowNode1" presStyleIdx="0" presStyleCnt="3">
        <dgm:presLayoutVars/>
      </dgm:prSet>
      <dgm:spPr/>
    </dgm:pt>
    <dgm:pt modelId="{113FCFD3-9A59-4065-818B-CEDA7AB489F8}" type="pres">
      <dgm:prSet presAssocID="{CE9B5065-DF81-4D23-836C-5792B4C1A297}" presName="space" presStyleCnt="0"/>
      <dgm:spPr/>
    </dgm:pt>
    <dgm:pt modelId="{801D71FB-199C-4127-B1D9-02F0E835BD6C}" type="pres">
      <dgm:prSet presAssocID="{59F24160-3DF5-4302-9827-20439AB6C445}" presName="composite" presStyleCnt="0"/>
      <dgm:spPr/>
    </dgm:pt>
    <dgm:pt modelId="{2B1271AF-7F14-4F09-8FB4-CF8E68BA77F3}" type="pres">
      <dgm:prSet presAssocID="{59F24160-3DF5-4302-9827-20439AB6C445}" presName="parTx" presStyleLbl="alignNode1" presStyleIdx="1" presStyleCnt="3">
        <dgm:presLayoutVars>
          <dgm:chMax val="0"/>
          <dgm:chPref val="0"/>
        </dgm:presLayoutVars>
      </dgm:prSet>
      <dgm:spPr/>
    </dgm:pt>
    <dgm:pt modelId="{85D5B357-83BD-43CD-960B-9AC3F60205AB}" type="pres">
      <dgm:prSet presAssocID="{59F24160-3DF5-4302-9827-20439AB6C445}" presName="desTx" presStyleLbl="alignAccFollowNode1" presStyleIdx="1" presStyleCnt="3">
        <dgm:presLayoutVars/>
      </dgm:prSet>
      <dgm:spPr/>
    </dgm:pt>
    <dgm:pt modelId="{9D8BE918-8DEA-45E4-A6E8-066544F2E43E}" type="pres">
      <dgm:prSet presAssocID="{23DECA8D-2B71-47C9-AE6D-919A8FE8FDDF}" presName="space" presStyleCnt="0"/>
      <dgm:spPr/>
    </dgm:pt>
    <dgm:pt modelId="{6F7DB258-2A22-43A6-8395-72A1A64EDA0D}" type="pres">
      <dgm:prSet presAssocID="{B5AF45B7-606A-4431-943D-38EFE5C96554}" presName="composite" presStyleCnt="0"/>
      <dgm:spPr/>
    </dgm:pt>
    <dgm:pt modelId="{CA1AC0B1-6FAA-4343-BFEE-DFF5A54A8BF4}" type="pres">
      <dgm:prSet presAssocID="{B5AF45B7-606A-4431-943D-38EFE5C96554}" presName="parTx" presStyleLbl="alignNode1" presStyleIdx="2" presStyleCnt="3">
        <dgm:presLayoutVars>
          <dgm:chMax val="0"/>
          <dgm:chPref val="0"/>
        </dgm:presLayoutVars>
      </dgm:prSet>
      <dgm:spPr/>
    </dgm:pt>
    <dgm:pt modelId="{2B431359-5C71-48E4-83C0-E1828AFE6C83}" type="pres">
      <dgm:prSet presAssocID="{B5AF45B7-606A-4431-943D-38EFE5C96554}" presName="desTx" presStyleLbl="alignAccFollowNode1" presStyleIdx="2" presStyleCnt="3">
        <dgm:presLayoutVars/>
      </dgm:prSet>
      <dgm:spPr/>
    </dgm:pt>
  </dgm:ptLst>
  <dgm:cxnLst>
    <dgm:cxn modelId="{BDE64406-0F36-4E28-92FD-C99595030F5F}" type="presOf" srcId="{D1B67D24-9CA1-47F7-977C-FB89D44A9221}" destId="{20354FBC-F68B-4954-BEAD-72FC05D59779}" srcOrd="0" destOrd="0" presId="urn:microsoft.com/office/officeart/2016/7/layout/HorizontalActionList"/>
    <dgm:cxn modelId="{9267B11A-F919-441A-94A6-2AE58E42572D}" type="presOf" srcId="{705FA889-2D7E-4B02-8EBA-35A600213028}" destId="{F0DC16FE-5A47-4C19-9B2A-688CD9871AD2}" srcOrd="0" destOrd="0" presId="urn:microsoft.com/office/officeart/2016/7/layout/HorizontalActionList"/>
    <dgm:cxn modelId="{9EE4705B-3223-4967-BAF1-B85F22D44447}" type="presOf" srcId="{59F24160-3DF5-4302-9827-20439AB6C445}" destId="{2B1271AF-7F14-4F09-8FB4-CF8E68BA77F3}" srcOrd="0" destOrd="0" presId="urn:microsoft.com/office/officeart/2016/7/layout/HorizontalActionList"/>
    <dgm:cxn modelId="{AF72145C-6DD7-4AF6-9516-86CB746A5BB0}" type="presOf" srcId="{8DBE9729-A729-4138-BEFF-EF84DA0318AA}" destId="{85D5B357-83BD-43CD-960B-9AC3F60205AB}" srcOrd="0" destOrd="0" presId="urn:microsoft.com/office/officeart/2016/7/layout/HorizontalActionList"/>
    <dgm:cxn modelId="{328F766E-F22D-44EC-B888-726E92D03158}" srcId="{59F24160-3DF5-4302-9827-20439AB6C445}" destId="{8DBE9729-A729-4138-BEFF-EF84DA0318AA}" srcOrd="0" destOrd="0" parTransId="{172CD3D6-382D-4832-A68F-6AFE018CCE3A}" sibTransId="{9AC75B62-31EA-472C-A504-74D82A9E47BF}"/>
    <dgm:cxn modelId="{DFC9105A-9530-47CF-B254-FFA7CF5EDC3D}" type="presOf" srcId="{1B43F224-E626-45FB-85BA-5185EABE1144}" destId="{6AC0A17E-3527-4E0A-A7B7-4A6983E7430B}" srcOrd="0" destOrd="0" presId="urn:microsoft.com/office/officeart/2016/7/layout/HorizontalActionList"/>
    <dgm:cxn modelId="{C52F7B5A-85FB-4D94-97AE-51765A4D7CEE}" srcId="{705FA889-2D7E-4B02-8EBA-35A600213028}" destId="{59F24160-3DF5-4302-9827-20439AB6C445}" srcOrd="1" destOrd="0" parTransId="{79BBF150-A7DE-4EC9-AD4D-53668E009D04}" sibTransId="{23DECA8D-2B71-47C9-AE6D-919A8FE8FDDF}"/>
    <dgm:cxn modelId="{C784FE92-05BA-4B1F-BA8D-8E064BEABFA9}" srcId="{1B43F224-E626-45FB-85BA-5185EABE1144}" destId="{D1B67D24-9CA1-47F7-977C-FB89D44A9221}" srcOrd="0" destOrd="0" parTransId="{A78F3488-F6C8-43CE-AD44-8543C1329017}" sibTransId="{870BA894-819F-405E-BB93-39AA8846D748}"/>
    <dgm:cxn modelId="{B118EBAA-73BA-44F9-8618-FA2E0F6EA1D8}" srcId="{705FA889-2D7E-4B02-8EBA-35A600213028}" destId="{B5AF45B7-606A-4431-943D-38EFE5C96554}" srcOrd="2" destOrd="0" parTransId="{8C62DC20-AEAC-4BEB-9808-79B2C595A60A}" sibTransId="{10C66B9F-6F3F-4C5C-9D73-4B065E499AFF}"/>
    <dgm:cxn modelId="{A6DA2DC9-3F58-4781-8BE1-873383D4DF15}" srcId="{705FA889-2D7E-4B02-8EBA-35A600213028}" destId="{1B43F224-E626-45FB-85BA-5185EABE1144}" srcOrd="0" destOrd="0" parTransId="{2585FC57-70B4-45FD-BEF0-AAD6DD6CC279}" sibTransId="{CE9B5065-DF81-4D23-836C-5792B4C1A297}"/>
    <dgm:cxn modelId="{530721D4-E0EF-4BF4-9027-FBEA418272BA}" type="presOf" srcId="{1DA2DA03-B4BE-4717-B9A8-F263FFBEC725}" destId="{2B431359-5C71-48E4-83C0-E1828AFE6C83}" srcOrd="0" destOrd="0" presId="urn:microsoft.com/office/officeart/2016/7/layout/HorizontalActionList"/>
    <dgm:cxn modelId="{FF8790F4-F0E6-43CA-8A4E-7639E066767D}" type="presOf" srcId="{B5AF45B7-606A-4431-943D-38EFE5C96554}" destId="{CA1AC0B1-6FAA-4343-BFEE-DFF5A54A8BF4}" srcOrd="0" destOrd="0" presId="urn:microsoft.com/office/officeart/2016/7/layout/HorizontalActionList"/>
    <dgm:cxn modelId="{5E7D0BF9-D948-4FC2-BB5E-FF77B629372A}" srcId="{B5AF45B7-606A-4431-943D-38EFE5C96554}" destId="{1DA2DA03-B4BE-4717-B9A8-F263FFBEC725}" srcOrd="0" destOrd="0" parTransId="{E133B476-1F13-4C58-9339-D31DFD081A8C}" sibTransId="{38229721-9D52-4C06-A152-E3C7971B633F}"/>
    <dgm:cxn modelId="{6EA27346-589E-48F9-884F-C9AAEDDC196C}" type="presParOf" srcId="{F0DC16FE-5A47-4C19-9B2A-688CD9871AD2}" destId="{0FED2257-0900-40F7-A516-A22AC5E32254}" srcOrd="0" destOrd="0" presId="urn:microsoft.com/office/officeart/2016/7/layout/HorizontalActionList"/>
    <dgm:cxn modelId="{8ED504A5-6221-4FAF-8BD6-F3FA1565DC78}" type="presParOf" srcId="{0FED2257-0900-40F7-A516-A22AC5E32254}" destId="{6AC0A17E-3527-4E0A-A7B7-4A6983E7430B}" srcOrd="0" destOrd="0" presId="urn:microsoft.com/office/officeart/2016/7/layout/HorizontalActionList"/>
    <dgm:cxn modelId="{2B4EA7E5-D92B-41E7-AEC8-E4EC136D652C}" type="presParOf" srcId="{0FED2257-0900-40F7-A516-A22AC5E32254}" destId="{20354FBC-F68B-4954-BEAD-72FC05D59779}" srcOrd="1" destOrd="0" presId="urn:microsoft.com/office/officeart/2016/7/layout/HorizontalActionList"/>
    <dgm:cxn modelId="{4CCCD269-1AAF-48F9-8F14-743B82DAE432}" type="presParOf" srcId="{F0DC16FE-5A47-4C19-9B2A-688CD9871AD2}" destId="{113FCFD3-9A59-4065-818B-CEDA7AB489F8}" srcOrd="1" destOrd="0" presId="urn:microsoft.com/office/officeart/2016/7/layout/HorizontalActionList"/>
    <dgm:cxn modelId="{F7E383DA-0AB9-462C-B2D5-02B683D43ED0}" type="presParOf" srcId="{F0DC16FE-5A47-4C19-9B2A-688CD9871AD2}" destId="{801D71FB-199C-4127-B1D9-02F0E835BD6C}" srcOrd="2" destOrd="0" presId="urn:microsoft.com/office/officeart/2016/7/layout/HorizontalActionList"/>
    <dgm:cxn modelId="{352D3A73-C5A7-46D6-8569-BD86E8B194F8}" type="presParOf" srcId="{801D71FB-199C-4127-B1D9-02F0E835BD6C}" destId="{2B1271AF-7F14-4F09-8FB4-CF8E68BA77F3}" srcOrd="0" destOrd="0" presId="urn:microsoft.com/office/officeart/2016/7/layout/HorizontalActionList"/>
    <dgm:cxn modelId="{1AFBB8A8-DD82-4588-927E-6BEEA4513837}" type="presParOf" srcId="{801D71FB-199C-4127-B1D9-02F0E835BD6C}" destId="{85D5B357-83BD-43CD-960B-9AC3F60205AB}" srcOrd="1" destOrd="0" presId="urn:microsoft.com/office/officeart/2016/7/layout/HorizontalActionList"/>
    <dgm:cxn modelId="{F7B9EA36-A8C7-4745-8532-993B228C639A}" type="presParOf" srcId="{F0DC16FE-5A47-4C19-9B2A-688CD9871AD2}" destId="{9D8BE918-8DEA-45E4-A6E8-066544F2E43E}" srcOrd="3" destOrd="0" presId="urn:microsoft.com/office/officeart/2016/7/layout/HorizontalActionList"/>
    <dgm:cxn modelId="{A385523C-1C90-4C3E-8A52-F70BA5A51D3C}" type="presParOf" srcId="{F0DC16FE-5A47-4C19-9B2A-688CD9871AD2}" destId="{6F7DB258-2A22-43A6-8395-72A1A64EDA0D}" srcOrd="4" destOrd="0" presId="urn:microsoft.com/office/officeart/2016/7/layout/HorizontalActionList"/>
    <dgm:cxn modelId="{DEC17B89-6D4E-40D8-B509-4A0DFB0FDC16}" type="presParOf" srcId="{6F7DB258-2A22-43A6-8395-72A1A64EDA0D}" destId="{CA1AC0B1-6FAA-4343-BFEE-DFF5A54A8BF4}" srcOrd="0" destOrd="0" presId="urn:microsoft.com/office/officeart/2016/7/layout/HorizontalActionList"/>
    <dgm:cxn modelId="{AAF2CC21-6646-452C-9F84-ED34A08A8BFC}" type="presParOf" srcId="{6F7DB258-2A22-43A6-8395-72A1A64EDA0D}" destId="{2B431359-5C71-48E4-83C0-E1828AFE6C83}" srcOrd="1" destOrd="0" presId="urn:microsoft.com/office/officeart/2016/7/layout/Horizontal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633519-04F5-4C8E-8875-5439FCD2D5C9}">
      <dsp:nvSpPr>
        <dsp:cNvPr id="0" name=""/>
        <dsp:cNvSpPr/>
      </dsp:nvSpPr>
      <dsp:spPr>
        <a:xfrm>
          <a:off x="1283" y="1424738"/>
          <a:ext cx="3003723" cy="150186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kern="1200"/>
            <a:t>Composition using components</a:t>
          </a:r>
          <a:endParaRPr lang="en-US" sz="3100" kern="1200"/>
        </a:p>
      </dsp:txBody>
      <dsp:txXfrm>
        <a:off x="45271" y="1468726"/>
        <a:ext cx="2915747" cy="1413885"/>
      </dsp:txXfrm>
    </dsp:sp>
    <dsp:sp modelId="{C5340843-8F3E-4BCA-AEEC-E093344E4B02}">
      <dsp:nvSpPr>
        <dsp:cNvPr id="0" name=""/>
        <dsp:cNvSpPr/>
      </dsp:nvSpPr>
      <dsp:spPr>
        <a:xfrm>
          <a:off x="3755938" y="1424738"/>
          <a:ext cx="3003723" cy="150186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kern="1200"/>
            <a:t>Class inheritance</a:t>
          </a:r>
          <a:endParaRPr lang="en-US" sz="3100" kern="1200"/>
        </a:p>
      </dsp:txBody>
      <dsp:txXfrm>
        <a:off x="3799926" y="1468726"/>
        <a:ext cx="2915747" cy="1413885"/>
      </dsp:txXfrm>
    </dsp:sp>
    <dsp:sp modelId="{4C90C00B-D201-46F9-A2A8-A6F332D3EDDC}">
      <dsp:nvSpPr>
        <dsp:cNvPr id="0" name=""/>
        <dsp:cNvSpPr/>
      </dsp:nvSpPr>
      <dsp:spPr>
        <a:xfrm>
          <a:off x="7510592" y="1424738"/>
          <a:ext cx="3003723" cy="150186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kern="1200"/>
            <a:t>Uses interface module system</a:t>
          </a:r>
          <a:endParaRPr lang="en-US" sz="3100" kern="1200"/>
        </a:p>
      </dsp:txBody>
      <dsp:txXfrm>
        <a:off x="7554580" y="1468726"/>
        <a:ext cx="2915747" cy="141388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C0A17E-3527-4E0A-A7B7-4A6983E7430B}">
      <dsp:nvSpPr>
        <dsp:cNvPr id="0" name=""/>
        <dsp:cNvSpPr/>
      </dsp:nvSpPr>
      <dsp:spPr>
        <a:xfrm>
          <a:off x="10090" y="29383"/>
          <a:ext cx="3426543" cy="102796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70773" tIns="270773" rIns="270773" bIns="270773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Build</a:t>
          </a:r>
        </a:p>
      </dsp:txBody>
      <dsp:txXfrm>
        <a:off x="10090" y="29383"/>
        <a:ext cx="3426543" cy="1027963"/>
      </dsp:txXfrm>
    </dsp:sp>
    <dsp:sp modelId="{20354FBC-F68B-4954-BEAD-72FC05D59779}">
      <dsp:nvSpPr>
        <dsp:cNvPr id="0" name=""/>
        <dsp:cNvSpPr/>
      </dsp:nvSpPr>
      <dsp:spPr>
        <a:xfrm>
          <a:off x="10090" y="1057347"/>
          <a:ext cx="3426543" cy="326460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466" tIns="338466" rIns="338466" bIns="338466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Build a Character controller with modular functionality capable of fitting the majority of use cases</a:t>
          </a:r>
        </a:p>
      </dsp:txBody>
      <dsp:txXfrm>
        <a:off x="10090" y="1057347"/>
        <a:ext cx="3426543" cy="3264607"/>
      </dsp:txXfrm>
    </dsp:sp>
    <dsp:sp modelId="{2B1271AF-7F14-4F09-8FB4-CF8E68BA77F3}">
      <dsp:nvSpPr>
        <dsp:cNvPr id="0" name=""/>
        <dsp:cNvSpPr/>
      </dsp:nvSpPr>
      <dsp:spPr>
        <a:xfrm>
          <a:off x="3544528" y="29383"/>
          <a:ext cx="3426543" cy="1027963"/>
        </a:xfrm>
        <a:prstGeom prst="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70773" tIns="270773" rIns="270773" bIns="270773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Avoid</a:t>
          </a:r>
        </a:p>
      </dsp:txBody>
      <dsp:txXfrm>
        <a:off x="3544528" y="29383"/>
        <a:ext cx="3426543" cy="1027963"/>
      </dsp:txXfrm>
    </dsp:sp>
    <dsp:sp modelId="{85D5B357-83BD-43CD-960B-9AC3F60205AB}">
      <dsp:nvSpPr>
        <dsp:cNvPr id="0" name=""/>
        <dsp:cNvSpPr/>
      </dsp:nvSpPr>
      <dsp:spPr>
        <a:xfrm>
          <a:off x="3544528" y="1057347"/>
          <a:ext cx="3426543" cy="3264607"/>
        </a:xfrm>
        <a:prstGeom prst="rect">
          <a:avLst/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466" tIns="338466" rIns="338466" bIns="338466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Avoid loading large, unnecessary code, for maintainability and efficiency</a:t>
          </a:r>
        </a:p>
      </dsp:txBody>
      <dsp:txXfrm>
        <a:off x="3544528" y="1057347"/>
        <a:ext cx="3426543" cy="3264607"/>
      </dsp:txXfrm>
    </dsp:sp>
    <dsp:sp modelId="{CA1AC0B1-6FAA-4343-BFEE-DFF5A54A8BF4}">
      <dsp:nvSpPr>
        <dsp:cNvPr id="0" name=""/>
        <dsp:cNvSpPr/>
      </dsp:nvSpPr>
      <dsp:spPr>
        <a:xfrm>
          <a:off x="7078966" y="29383"/>
          <a:ext cx="3426543" cy="1027963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70773" tIns="270773" rIns="270773" bIns="270773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Reduce</a:t>
          </a:r>
        </a:p>
      </dsp:txBody>
      <dsp:txXfrm>
        <a:off x="7078966" y="29383"/>
        <a:ext cx="3426543" cy="1027963"/>
      </dsp:txXfrm>
    </dsp:sp>
    <dsp:sp modelId="{2B431359-5C71-48E4-83C0-E1828AFE6C83}">
      <dsp:nvSpPr>
        <dsp:cNvPr id="0" name=""/>
        <dsp:cNvSpPr/>
      </dsp:nvSpPr>
      <dsp:spPr>
        <a:xfrm>
          <a:off x="7078966" y="1057347"/>
          <a:ext cx="3426543" cy="3264607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8466" tIns="338466" rIns="338466" bIns="338466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Reduce complex state-switching logic</a:t>
          </a:r>
        </a:p>
      </dsp:txBody>
      <dsp:txXfrm>
        <a:off x="7078966" y="1057347"/>
        <a:ext cx="3426543" cy="32646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HorizontalActionList">
  <dgm:title val="Horizontal Action List"/>
  <dgm:desc val="Used to show non-sequential or grouped lists of information. Works well with large amounts of text. All text has the same level of emphasis, and direction is not implied."/>
  <dgm:catLst>
    <dgm:cat type="list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54"/>
      <dgm:constr type="primFontSz" for="des" forName="desTx" refType="primFontSz" refFor="des" refForName="parTx" op="lte" fact="0.75"/>
      <dgm:constr type="h" for="des" forName="desTx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8"/>
            <dgm:constr type="tMarg" refType="w" fact="0.28"/>
            <dgm:constr type="bMarg" refType="w" fact="0.28"/>
            <dgm:constr type="lMarg" refType="w" fact="0.28"/>
            <dgm:constr type="rMarg" refType="w" fact="0.28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9D5B3-F113-9EB5-770C-18C513BE3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BBBE8B-0143-D9F6-0479-D8BCB01CC2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2C0A7C-192C-74F2-E730-93FD70DB5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3C890-88EA-5F36-6422-FA5DF6D6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EEBE5-50C4-E699-E796-4810F4CC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8735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535DA-F295-F2CB-77F2-BD5982FB3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3212D-473A-C524-A89B-9C9D595A3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9D85D-9C15-55C1-77C2-ECB28E8CD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0D09F-48BC-40EE-9D3D-E609EB056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6D6EC-65F7-ABDB-A0AB-3B06126B2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8650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8F239-A9D2-F306-C971-4C474B2B8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EB5FCF-11E6-29E5-66F8-C3EA9A971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847F5E-4A2B-EA4A-C029-5B0815F6F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5E995-FD3B-89A7-0660-152C6CD8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3BA85D-8C1A-BBF8-C04D-AE95627CF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851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370BD-FB48-8061-4DB3-86387DF3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A116C-8E66-F230-CC54-AB2E532868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5FEF8D-48FC-25F3-55A2-D52760E54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D77278-0195-A2B0-A83F-B69B87870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E844B-14D4-71FF-B18B-25F7761B1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B93D91-67BA-F569-D6E6-3CEBD3F1B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177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A7859-52FB-541F-5FC2-93CEF9CBB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8921DC-8F4E-8ED1-489D-3B58BC80E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1A7D8B-22C3-CE7E-F59B-49363F121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60D6E1-4A89-1D9F-12BD-A28DA37C86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7C2DA2-51F9-0698-DC5F-76FC777B6E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4089CA-43AA-0E35-A599-DA9F9231E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619A4B-F227-5507-734A-358BE5F79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245040-34A3-28C7-32B1-02EFECB5E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879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15629-B595-57B5-A1A9-D72EA4513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A2D772-47BD-068C-2EB9-9C705F5E7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CE62AC-6781-224F-2653-56734A0D0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1C4B8C-B7D0-EED5-42AE-15FF586A5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196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A3401-608E-E68D-C722-5790D55BF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16B863-BBB9-ED37-7B17-B92324B63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8073B-3F9F-B1A4-B914-B66FF2F3F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6042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9B45D-934D-B2B4-E931-62D161E61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EF68E-A683-5F08-81FE-2F7A85C36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2F9461-27E3-32F2-02EE-2EB4C53BA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205B7B-8111-B0E0-1902-BDD6CD3D2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D673D-C455-D646-1130-C41C22012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425345-8A6D-CE99-CBAF-FE94C180A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62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6FCA8-1BC8-4A84-B4A6-CE72028AA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9DE4AC-F933-9872-D86C-0E6C585D4C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F977F3-85E4-553B-8EA0-1CDD371FF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618186-C2A8-6481-90BA-74EC997CA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056E09-65D6-5E2A-DB59-2820AD831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4B373-315E-B635-7C9E-505A96795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2610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4253F-ADA0-2FD5-D80D-C12BA0537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2EBB90-D758-F3F1-A4A0-72164A1F1B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A3F83-E9E1-26FE-6DAD-AC11D25A6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E5325-921F-7934-306A-DD7E55243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751DB-C8F3-5A46-3921-B371F90D8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321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88D17-2C3C-EFD8-0115-F8222FB47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F959D4-478E-DA89-0FDC-30A55BF2C4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95A0C1-CC9B-5F7F-9BE7-01C19A10A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69EE8-C448-412C-4915-030A4A2D5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B375F-5A77-ED27-E20C-469EA5851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2547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76322C-55BE-0415-CC47-FF82B4F97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927A1-279D-BF63-1619-7D8449ECB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93AA60-E6BA-DC40-E06F-57CAAF3E02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3EEF15-3224-4E6A-86AF-A482FB815B5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A7728-54B6-D88F-474D-F6CAA7AD15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E64A4F-0357-47F4-9724-09DF61726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223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88E096-526E-A1F9-8570-53E33E53EE9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b="625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7E901A-8431-0580-D960-8A65BD952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dirty="0"/>
              <a:t>Character Controller Overview</a:t>
            </a:r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44FF556-4801-45F7-B3E6-01F9196BBC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545548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33900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A6A1AE-8642-CBD0-51CB-06890A740E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57363FD-7E77-4145-9483-331A807A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6802" cy="6858000"/>
          </a:xfrm>
          <a:prstGeom prst="rect">
            <a:avLst/>
          </a:prstGeom>
          <a:gradFill flip="none" rotWithShape="1">
            <a:gsLst>
              <a:gs pos="28000">
                <a:schemeClr val="bg2">
                  <a:alpha val="84000"/>
                </a:schemeClr>
              </a:gs>
              <a:gs pos="7400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89BDC3-D3E6-FCB1-B92B-1815F6C27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dirty="0"/>
              <a:t>Objectives</a:t>
            </a:r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E44176B-FD66-6463-8E8F-EA0EA1FD16F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875855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358377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76E5A42-D387-03AA-D9EB-806DCE590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 Inheritance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3EB5081-57B9-AD5F-7BCD-C17210A81892}"/>
              </a:ext>
            </a:extLst>
          </p:cNvPr>
          <p:cNvSpPr/>
          <p:nvPr/>
        </p:nvSpPr>
        <p:spPr>
          <a:xfrm>
            <a:off x="5045404" y="1497352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Character Controller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11A0F4A-7962-BCE1-90D6-5C47A7B6707B}"/>
              </a:ext>
            </a:extLst>
          </p:cNvPr>
          <p:cNvSpPr/>
          <p:nvPr/>
        </p:nvSpPr>
        <p:spPr>
          <a:xfrm>
            <a:off x="5045404" y="3671491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Player Controller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D46EA06-2C74-E04D-9B87-BCDD422B9C43}"/>
              </a:ext>
            </a:extLst>
          </p:cNvPr>
          <p:cNvSpPr/>
          <p:nvPr/>
        </p:nvSpPr>
        <p:spPr>
          <a:xfrm>
            <a:off x="8814281" y="3671489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Enemy Controller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FDAC52A-8D3E-C36A-F7BD-B975FEC5A69D}"/>
              </a:ext>
            </a:extLst>
          </p:cNvPr>
          <p:cNvSpPr/>
          <p:nvPr/>
        </p:nvSpPr>
        <p:spPr>
          <a:xfrm>
            <a:off x="2224194" y="3671494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NPC Controller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866C4D2-E491-8DE3-0629-C25B77FB6BF2}"/>
              </a:ext>
            </a:extLst>
          </p:cNvPr>
          <p:cNvSpPr/>
          <p:nvPr/>
        </p:nvSpPr>
        <p:spPr>
          <a:xfrm>
            <a:off x="417066" y="3671490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Widget Controller </a:t>
            </a:r>
          </a:p>
          <a:p>
            <a:pPr algn="ctr"/>
            <a:r>
              <a:rPr lang="en-GB" dirty="0"/>
              <a:t>Eg CCTV camera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BD125E-8AB3-412E-327C-9103D0CBD412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838451" y="2650921"/>
            <a:ext cx="0" cy="10205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64347D8-E5D1-43C9-128A-6238D7EFCCE2}"/>
              </a:ext>
            </a:extLst>
          </p:cNvPr>
          <p:cNvCxnSpPr>
            <a:stCxn id="5" idx="2"/>
            <a:endCxn id="7" idx="0"/>
          </p:cNvCxnSpPr>
          <p:nvPr/>
        </p:nvCxnSpPr>
        <p:spPr>
          <a:xfrm>
            <a:off x="5838451" y="2650921"/>
            <a:ext cx="3768877" cy="1020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4DA6B9-FF62-C50B-4915-72146CA00551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1210113" y="2650921"/>
            <a:ext cx="4628338" cy="10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ED8F353-D94C-6BB3-042B-F01EE2E27746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3017241" y="2650921"/>
            <a:ext cx="2821210" cy="10205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7DE8967-2881-C8D1-B509-216CD7706CCD}"/>
              </a:ext>
            </a:extLst>
          </p:cNvPr>
          <p:cNvSpPr/>
          <p:nvPr/>
        </p:nvSpPr>
        <p:spPr>
          <a:xfrm>
            <a:off x="8814281" y="5339306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Boss Controller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5E5F150-8DFA-5C98-8DAE-A8FAD2806114}"/>
              </a:ext>
            </a:extLst>
          </p:cNvPr>
          <p:cNvCxnSpPr>
            <a:stCxn id="7" idx="2"/>
            <a:endCxn id="26" idx="0"/>
          </p:cNvCxnSpPr>
          <p:nvPr/>
        </p:nvCxnSpPr>
        <p:spPr>
          <a:xfrm>
            <a:off x="9607328" y="4825058"/>
            <a:ext cx="0" cy="5142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1C2F311-708A-9B55-F282-71057248BA7F}"/>
              </a:ext>
            </a:extLst>
          </p:cNvPr>
          <p:cNvSpPr txBox="1"/>
          <p:nvPr/>
        </p:nvSpPr>
        <p:spPr>
          <a:xfrm>
            <a:off x="352344" y="4968465"/>
            <a:ext cx="803681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The base </a:t>
            </a:r>
            <a:r>
              <a:rPr lang="en-GB" sz="1600" dirty="0" err="1"/>
              <a:t>CharacterController</a:t>
            </a:r>
            <a:r>
              <a:rPr lang="en-GB" sz="1600" dirty="0"/>
              <a:t> class contains no decision-making logic.</a:t>
            </a:r>
          </a:p>
          <a:p>
            <a:r>
              <a:rPr lang="en-GB" sz="1600" dirty="0"/>
              <a:t>It only coordinates communication between </a:t>
            </a:r>
            <a:r>
              <a:rPr lang="en-GB" sz="1600" b="1" dirty="0"/>
              <a:t>components</a:t>
            </a:r>
            <a:r>
              <a:rPr lang="en-GB" sz="1600" dirty="0"/>
              <a:t> and </a:t>
            </a:r>
            <a:r>
              <a:rPr lang="en-GB" sz="1600" b="1" dirty="0"/>
              <a:t>interface modules</a:t>
            </a:r>
            <a:r>
              <a:rPr lang="en-GB" sz="1600" dirty="0"/>
              <a:t>. </a:t>
            </a:r>
          </a:p>
          <a:p>
            <a:r>
              <a:rPr lang="en-GB" sz="1600" b="1" dirty="0"/>
              <a:t>Derived classes </a:t>
            </a:r>
            <a:r>
              <a:rPr lang="en-GB" sz="1600" dirty="0"/>
              <a:t>(</a:t>
            </a:r>
            <a:r>
              <a:rPr lang="en-GB" sz="1600" dirty="0" err="1"/>
              <a:t>PlayerController</a:t>
            </a:r>
            <a:r>
              <a:rPr lang="en-GB" sz="1600" dirty="0"/>
              <a:t>, </a:t>
            </a:r>
            <a:r>
              <a:rPr lang="en-GB" sz="1600" dirty="0" err="1"/>
              <a:t>EnemyController</a:t>
            </a:r>
            <a:r>
              <a:rPr lang="en-GB" sz="1600" dirty="0"/>
              <a:t>, etc.) implement the </a:t>
            </a:r>
            <a:r>
              <a:rPr lang="en-GB" sz="1600" b="1" dirty="0"/>
              <a:t>decision-making </a:t>
            </a:r>
            <a:r>
              <a:rPr lang="en-GB" sz="1600" dirty="0"/>
              <a:t>layer (e.g., player input or AI).</a:t>
            </a:r>
          </a:p>
          <a:p>
            <a:r>
              <a:rPr lang="en-GB" sz="1600" dirty="0"/>
              <a:t>Shared data is exposed through common variables and interfaces on the Character Controller.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A9F0D8-C7A3-9192-3D69-1B16F85ED511}"/>
              </a:ext>
            </a:extLst>
          </p:cNvPr>
          <p:cNvSpPr txBox="1"/>
          <p:nvPr/>
        </p:nvSpPr>
        <p:spPr>
          <a:xfrm>
            <a:off x="6834400" y="1497352"/>
            <a:ext cx="43409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Base Class</a:t>
            </a:r>
            <a:r>
              <a:rPr lang="en-GB" dirty="0"/>
              <a:t> (not Unity’s built-in </a:t>
            </a:r>
            <a:r>
              <a:rPr lang="en-GB" dirty="0" err="1"/>
              <a:t>CharacterController</a:t>
            </a:r>
            <a:r>
              <a:rPr lang="en-GB" dirty="0"/>
              <a:t>): </a:t>
            </a:r>
            <a:r>
              <a:rPr lang="en-GB" i="1" dirty="0"/>
              <a:t>Central Coordinator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8A4A59-CBB3-529D-35F6-4C91EF4F442A}"/>
              </a:ext>
            </a:extLst>
          </p:cNvPr>
          <p:cNvSpPr txBox="1"/>
          <p:nvPr/>
        </p:nvSpPr>
        <p:spPr>
          <a:xfrm>
            <a:off x="4108633" y="3244334"/>
            <a:ext cx="4628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Derived Classes, handle decision making</a:t>
            </a:r>
          </a:p>
        </p:txBody>
      </p:sp>
    </p:spTree>
    <p:extLst>
      <p:ext uri="{BB962C8B-B14F-4D97-AF65-F5344CB8AC3E}">
        <p14:creationId xmlns:p14="http://schemas.microsoft.com/office/powerpoint/2010/main" val="1019822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A697A-8833-19FC-892E-ED829D82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Interface Module Components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FB910F-D064-BE13-AECD-AF89EE6C7A25}"/>
              </a:ext>
            </a:extLst>
          </p:cNvPr>
          <p:cNvGrpSpPr/>
          <p:nvPr/>
        </p:nvGrpSpPr>
        <p:grpSpPr>
          <a:xfrm>
            <a:off x="886981" y="2461943"/>
            <a:ext cx="4647501" cy="3484726"/>
            <a:chOff x="880844" y="2369889"/>
            <a:chExt cx="4647501" cy="348472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E63B0B4-B004-5177-5C7C-F5759D77E806}"/>
                </a:ext>
              </a:extLst>
            </p:cNvPr>
            <p:cNvSpPr/>
            <p:nvPr/>
          </p:nvSpPr>
          <p:spPr>
            <a:xfrm>
              <a:off x="880844" y="2369889"/>
              <a:ext cx="4647501" cy="34847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Character Controller</a:t>
              </a:r>
            </a:p>
            <a:p>
              <a:pPr algn="ctr"/>
              <a:r>
                <a:rPr lang="en-GB" sz="1400" dirty="0"/>
                <a:t>Functions as a signal and variable hub</a:t>
              </a:r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AC3E813-E830-F1D7-4EEB-94A4C53E5151}"/>
                </a:ext>
              </a:extLst>
            </p:cNvPr>
            <p:cNvSpPr/>
            <p:nvPr/>
          </p:nvSpPr>
          <p:spPr>
            <a:xfrm>
              <a:off x="885038" y="2886119"/>
              <a:ext cx="4643307" cy="851261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Interface Layer</a:t>
              </a:r>
            </a:p>
            <a:p>
              <a:pPr algn="ctr"/>
              <a:r>
                <a:rPr lang="en-GB" sz="1200" dirty="0"/>
                <a:t>Common interfaces, </a:t>
              </a:r>
              <a:r>
                <a:rPr lang="en-GB" sz="1200" dirty="0" err="1"/>
                <a:t>Initisalize</a:t>
              </a:r>
              <a:r>
                <a:rPr lang="en-GB" sz="1200" dirty="0"/>
                <a:t>  (Runs on CC Start), </a:t>
              </a:r>
            </a:p>
            <a:p>
              <a:pPr algn="ctr"/>
              <a:r>
                <a:rPr lang="en-GB" sz="1200" dirty="0"/>
                <a:t>Tick (runs on CC Update), </a:t>
              </a:r>
              <a:r>
                <a:rPr lang="en-GB" sz="1200" dirty="0" err="1"/>
                <a:t>FixedTick</a:t>
              </a:r>
              <a:r>
                <a:rPr lang="en-GB" sz="1200" dirty="0"/>
                <a:t> (Runs on CC </a:t>
              </a:r>
              <a:r>
                <a:rPr lang="en-GB" sz="1200" dirty="0" err="1"/>
                <a:t>FixedUpdate</a:t>
              </a:r>
              <a:r>
                <a:rPr lang="en-GB" sz="1200" dirty="0"/>
                <a:t>), Dispose(runs on CC Disable)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54C1D2-6827-531C-0A8A-2E8C9E45ACE8}"/>
                </a:ext>
              </a:extLst>
            </p:cNvPr>
            <p:cNvSpPr/>
            <p:nvPr/>
          </p:nvSpPr>
          <p:spPr>
            <a:xfrm>
              <a:off x="1724099" y="3737381"/>
              <a:ext cx="591423" cy="211723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Movement Module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34483B6-BE12-3A0B-8BDF-755173DF0D81}"/>
                </a:ext>
              </a:extLst>
            </p:cNvPr>
            <p:cNvSpPr/>
            <p:nvPr/>
          </p:nvSpPr>
          <p:spPr>
            <a:xfrm>
              <a:off x="2525247" y="3737381"/>
              <a:ext cx="591423" cy="2117234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Animation Module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840801-3A1D-7D6C-9CC7-4DE3677CA004}"/>
                </a:ext>
              </a:extLst>
            </p:cNvPr>
            <p:cNvSpPr/>
            <p:nvPr/>
          </p:nvSpPr>
          <p:spPr>
            <a:xfrm>
              <a:off x="3290044" y="3737381"/>
              <a:ext cx="591423" cy="2117234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VFX Module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E47CD9B-08C1-CFD0-E7AA-C8776EF167E8}"/>
                </a:ext>
              </a:extLst>
            </p:cNvPr>
            <p:cNvSpPr/>
            <p:nvPr/>
          </p:nvSpPr>
          <p:spPr>
            <a:xfrm>
              <a:off x="4117758" y="3737381"/>
              <a:ext cx="591423" cy="2117234"/>
            </a:xfrm>
            <a:prstGeom prst="rect">
              <a:avLst/>
            </a:prstGeom>
            <a:solidFill>
              <a:srgbClr val="CB5A51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Flight Module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8B74F62-3BBB-F695-F8BC-895176CACC23}"/>
              </a:ext>
            </a:extLst>
          </p:cNvPr>
          <p:cNvGrpSpPr/>
          <p:nvPr/>
        </p:nvGrpSpPr>
        <p:grpSpPr>
          <a:xfrm>
            <a:off x="7759326" y="2456309"/>
            <a:ext cx="2415637" cy="3495992"/>
            <a:chOff x="7863654" y="2355543"/>
            <a:chExt cx="2415637" cy="349599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B226339-F00F-2CA2-DB61-68848BEE995B}"/>
                </a:ext>
              </a:extLst>
            </p:cNvPr>
            <p:cNvSpPr/>
            <p:nvPr/>
          </p:nvSpPr>
          <p:spPr>
            <a:xfrm>
              <a:off x="7863655" y="3087741"/>
              <a:ext cx="2415635" cy="6085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Rotation Module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62BD48C-A52A-7B9E-7550-9FE77FA7AA4C}"/>
                </a:ext>
              </a:extLst>
            </p:cNvPr>
            <p:cNvSpPr/>
            <p:nvPr/>
          </p:nvSpPr>
          <p:spPr>
            <a:xfrm>
              <a:off x="7863655" y="3799251"/>
              <a:ext cx="2415635" cy="608576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/>
                <a:t>Particle Module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0D169A4-C506-FD35-A501-50BE51C13C27}"/>
                </a:ext>
              </a:extLst>
            </p:cNvPr>
            <p:cNvSpPr/>
            <p:nvPr/>
          </p:nvSpPr>
          <p:spPr>
            <a:xfrm>
              <a:off x="7863656" y="4571990"/>
              <a:ext cx="2415635" cy="608576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/>
                <a:t>Audio Module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6D33FD7-8E20-FA0F-D176-329A23B460E1}"/>
                </a:ext>
              </a:extLst>
            </p:cNvPr>
            <p:cNvSpPr/>
            <p:nvPr/>
          </p:nvSpPr>
          <p:spPr>
            <a:xfrm>
              <a:off x="7863656" y="5242959"/>
              <a:ext cx="2415635" cy="608576"/>
            </a:xfrm>
            <a:prstGeom prst="rect">
              <a:avLst/>
            </a:prstGeom>
            <a:solidFill>
              <a:srgbClr val="CB5A51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/>
                <a:t>Swimming Module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E2ABB31-7B71-718D-C8F2-559FF3066183}"/>
                </a:ext>
              </a:extLst>
            </p:cNvPr>
            <p:cNvSpPr/>
            <p:nvPr/>
          </p:nvSpPr>
          <p:spPr>
            <a:xfrm>
              <a:off x="7863654" y="2355543"/>
              <a:ext cx="2415635" cy="608576"/>
            </a:xfrm>
            <a:prstGeom prst="rect">
              <a:avLst/>
            </a:prstGeom>
            <a:solidFill>
              <a:srgbClr val="EAE5BA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Flight Module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05D27B06-6813-E9D9-068F-3D3191116008}"/>
              </a:ext>
            </a:extLst>
          </p:cNvPr>
          <p:cNvSpPr txBox="1"/>
          <p:nvPr/>
        </p:nvSpPr>
        <p:spPr>
          <a:xfrm>
            <a:off x="1853349" y="1828800"/>
            <a:ext cx="1791978" cy="378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Sample Setup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E0DDA6-7F99-9C66-DF24-CB77587504DD}"/>
              </a:ext>
            </a:extLst>
          </p:cNvPr>
          <p:cNvSpPr txBox="1"/>
          <p:nvPr/>
        </p:nvSpPr>
        <p:spPr>
          <a:xfrm>
            <a:off x="7935028" y="1804071"/>
            <a:ext cx="2344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Additional Modules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D62FCA-9129-98E7-437B-B5A91D60004C}"/>
              </a:ext>
            </a:extLst>
          </p:cNvPr>
          <p:cNvSpPr txBox="1"/>
          <p:nvPr/>
        </p:nvSpPr>
        <p:spPr>
          <a:xfrm>
            <a:off x="461394" y="6017027"/>
            <a:ext cx="580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Fully decoupled, communicate only via events on the CC</a:t>
            </a:r>
          </a:p>
          <a:p>
            <a:pPr algn="ctr"/>
            <a:r>
              <a:rPr lang="en-GB" dirty="0"/>
              <a:t>Not </a:t>
            </a:r>
            <a:r>
              <a:rPr lang="en-GB" dirty="0" err="1"/>
              <a:t>parralelized</a:t>
            </a:r>
            <a:r>
              <a:rPr lang="en-GB" dirty="0"/>
              <a:t>, but planned</a:t>
            </a:r>
          </a:p>
        </p:txBody>
      </p:sp>
    </p:spTree>
    <p:extLst>
      <p:ext uri="{BB962C8B-B14F-4D97-AF65-F5344CB8AC3E}">
        <p14:creationId xmlns:p14="http://schemas.microsoft.com/office/powerpoint/2010/main" val="3021871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C6FBBE-A81D-071F-DF09-ADBB4937D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Component Composition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32FB9B2-844B-0827-EF4C-CB3C9A47BC68}"/>
              </a:ext>
            </a:extLst>
          </p:cNvPr>
          <p:cNvGrpSpPr/>
          <p:nvPr/>
        </p:nvGrpSpPr>
        <p:grpSpPr>
          <a:xfrm>
            <a:off x="2276636" y="2112579"/>
            <a:ext cx="7662668" cy="4192805"/>
            <a:chOff x="2780021" y="2260833"/>
            <a:chExt cx="6554223" cy="358629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FF7CE55-54A1-26D0-B58B-FC311716C817}"/>
                </a:ext>
              </a:extLst>
            </p:cNvPr>
            <p:cNvSpPr/>
            <p:nvPr/>
          </p:nvSpPr>
          <p:spPr>
            <a:xfrm>
              <a:off x="2780021" y="2260833"/>
              <a:ext cx="6554223" cy="3586294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defTabSz="1060704">
                <a:spcAft>
                  <a:spcPts val="600"/>
                </a:spcAft>
              </a:pPr>
              <a:r>
                <a:rPr lang="en-GB" sz="2088" kern="120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Player Game Object</a:t>
              </a: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 defTabSz="1060704">
                <a:spcAft>
                  <a:spcPts val="600"/>
                </a:spcAft>
              </a:pPr>
              <a:endParaRPr lang="en-GB" sz="2088" kern="120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  <a:p>
              <a:pPr algn="ctr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2261ED9-82CF-B8F4-2B0C-3BA4E05429D5}"/>
                </a:ext>
              </a:extLst>
            </p:cNvPr>
            <p:cNvSpPr/>
            <p:nvPr/>
          </p:nvSpPr>
          <p:spPr>
            <a:xfrm>
              <a:off x="5265902" y="2947335"/>
              <a:ext cx="1586094" cy="11535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60704">
                <a:spcAft>
                  <a:spcPts val="600"/>
                </a:spcAft>
              </a:pPr>
              <a:r>
                <a:rPr lang="en-GB" sz="2088" kern="12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Player Controller (class)</a:t>
              </a:r>
              <a:endParaRPr lang="en-GB" dirty="0">
                <a:solidFill>
                  <a:schemeClr val="bg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F5712A53-5352-7E24-B805-3785A4DF5004}"/>
                </a:ext>
              </a:extLst>
            </p:cNvPr>
            <p:cNvSpPr/>
            <p:nvPr/>
          </p:nvSpPr>
          <p:spPr>
            <a:xfrm>
              <a:off x="3265699" y="2947335"/>
              <a:ext cx="1586094" cy="11535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60704">
                <a:spcAft>
                  <a:spcPts val="600"/>
                </a:spcAft>
              </a:pPr>
              <a:r>
                <a:rPr lang="en-GB" sz="2088" kern="120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Player (Class)</a:t>
              </a:r>
              <a:endParaRPr lang="en-GB">
                <a:solidFill>
                  <a:schemeClr val="bg1"/>
                </a:solidFill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EA94644A-FE4C-8E30-15E1-24F1C003D6AB}"/>
                </a:ext>
              </a:extLst>
            </p:cNvPr>
            <p:cNvSpPr/>
            <p:nvPr/>
          </p:nvSpPr>
          <p:spPr>
            <a:xfrm>
              <a:off x="7266105" y="2947335"/>
              <a:ext cx="1586094" cy="11535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60704">
                <a:spcAft>
                  <a:spcPts val="600"/>
                </a:spcAft>
              </a:pPr>
              <a:r>
                <a:rPr lang="en-GB" sz="2088" kern="120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Health</a:t>
              </a:r>
              <a:endParaRPr lang="en-GB">
                <a:solidFill>
                  <a:schemeClr val="bg1"/>
                </a:solidFill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8A87ACF-D590-7A3F-342F-4DD0068CD30C}"/>
                </a:ext>
              </a:extLst>
            </p:cNvPr>
            <p:cNvSpPr/>
            <p:nvPr/>
          </p:nvSpPr>
          <p:spPr>
            <a:xfrm>
              <a:off x="3265699" y="4397231"/>
              <a:ext cx="1586094" cy="11535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60704">
                <a:spcAft>
                  <a:spcPts val="600"/>
                </a:spcAft>
              </a:pPr>
              <a:r>
                <a:rPr lang="en-GB" sz="2088" kern="120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Inventory</a:t>
              </a:r>
              <a:endParaRPr lang="en-GB">
                <a:solidFill>
                  <a:schemeClr val="bg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3CF5EF90-1623-7A89-91AB-3BC5C9069B14}"/>
                </a:ext>
              </a:extLst>
            </p:cNvPr>
            <p:cNvSpPr/>
            <p:nvPr/>
          </p:nvSpPr>
          <p:spPr>
            <a:xfrm>
              <a:off x="7266105" y="4397231"/>
              <a:ext cx="1586094" cy="11535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60704">
                <a:spcAft>
                  <a:spcPts val="600"/>
                </a:spcAft>
              </a:pPr>
              <a:r>
                <a:rPr lang="en-GB" sz="2088" kern="120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Player Stats Manager</a:t>
              </a:r>
              <a:endParaRPr lang="en-GB">
                <a:solidFill>
                  <a:schemeClr val="bg1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0175994-7E24-B723-63B1-9E5DC15C2F9E}"/>
                </a:ext>
              </a:extLst>
            </p:cNvPr>
            <p:cNvCxnSpPr>
              <a:stCxn id="8" idx="3"/>
              <a:endCxn id="5" idx="2"/>
            </p:cNvCxnSpPr>
            <p:nvPr/>
          </p:nvCxnSpPr>
          <p:spPr>
            <a:xfrm flipV="1">
              <a:off x="4851793" y="4100904"/>
              <a:ext cx="1207156" cy="8731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33CA1F4-13DE-615A-22A0-ED6849169DE1}"/>
                </a:ext>
              </a:extLst>
            </p:cNvPr>
            <p:cNvSpPr txBox="1"/>
            <p:nvPr/>
          </p:nvSpPr>
          <p:spPr>
            <a:xfrm>
              <a:off x="5023494" y="4719286"/>
              <a:ext cx="127647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1060704">
                <a:spcAft>
                  <a:spcPts val="600"/>
                </a:spcAft>
              </a:pPr>
              <a:r>
                <a:rPr lang="en-GB" sz="2088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Subscribe to event action</a:t>
              </a:r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631484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240</Words>
  <Application>Microsoft Office PowerPoint</Application>
  <PresentationFormat>Widescreen</PresentationFormat>
  <Paragraphs>71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Character Controller Overview</vt:lpstr>
      <vt:lpstr>Objectives</vt:lpstr>
      <vt:lpstr>Class Inheritance</vt:lpstr>
      <vt:lpstr>Interface Module Components</vt:lpstr>
      <vt:lpstr>Component Composition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Mulgrew</dc:creator>
  <cp:lastModifiedBy>David Mulgrew</cp:lastModifiedBy>
  <cp:revision>18</cp:revision>
  <dcterms:created xsi:type="dcterms:W3CDTF">2025-11-20T08:18:49Z</dcterms:created>
  <dcterms:modified xsi:type="dcterms:W3CDTF">2025-11-23T20:42:24Z</dcterms:modified>
</cp:coreProperties>
</file>