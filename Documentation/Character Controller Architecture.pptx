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6" r:id="rId4"/>
    <p:sldId id="260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B5A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604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9D5B3-F113-9EB5-770C-18C513BE3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BBBE8B-0143-D9F6-0479-D8BCB01CC2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2C0A7C-192C-74F2-E730-93FD70DB5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EEF15-3224-4E6A-86AF-A482FB815B50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3C890-88EA-5F36-6422-FA5DF6D6C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EEBE5-50C4-E699-E796-4810F4CC8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44A60-002D-4EA0-A042-7C56AEF360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8735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535DA-F295-F2CB-77F2-BD5982FB3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3212D-473A-C524-A89B-9C9D595A39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C9D85D-9C15-55C1-77C2-ECB28E8CD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EEF15-3224-4E6A-86AF-A482FB815B50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F0D09F-48BC-40EE-9D3D-E609EB056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C6D6EC-65F7-ABDB-A0AB-3B06126B2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44A60-002D-4EA0-A042-7C56AEF360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8650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8F239-A9D2-F306-C971-4C474B2B8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EB5FCF-11E6-29E5-66F8-C3EA9A9719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847F5E-4A2B-EA4A-C029-5B0815F6F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EEF15-3224-4E6A-86AF-A482FB815B50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F5E995-FD3B-89A7-0660-152C6CD83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3BA85D-8C1A-BBF8-C04D-AE95627CF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44A60-002D-4EA0-A042-7C56AEF360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2851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370BD-FB48-8061-4DB3-86387DF3A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DA116C-8E66-F230-CC54-AB2E532868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5FEF8D-48FC-25F3-55A2-D52760E54B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D77278-0195-A2B0-A83F-B69B87870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EEF15-3224-4E6A-86AF-A482FB815B50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2E844B-14D4-71FF-B18B-25F7761B1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B93D91-67BA-F569-D6E6-3CEBD3F1B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44A60-002D-4EA0-A042-7C56AEF360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5177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A7859-52FB-541F-5FC2-93CEF9CBB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8921DC-8F4E-8ED1-489D-3B58BC80EF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1A7D8B-22C3-CE7E-F59B-49363F1217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60D6E1-4A89-1D9F-12BD-A28DA37C86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7C2DA2-51F9-0698-DC5F-76FC777B6E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4089CA-43AA-0E35-A599-DA9F9231E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EEF15-3224-4E6A-86AF-A482FB815B50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619A4B-F227-5507-734A-358BE5F79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245040-34A3-28C7-32B1-02EFECB5E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44A60-002D-4EA0-A042-7C56AEF360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4879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15629-B595-57B5-A1A9-D72EA4513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A2D772-47BD-068C-2EB9-9C705F5E7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EEF15-3224-4E6A-86AF-A482FB815B50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CE62AC-6781-224F-2653-56734A0D0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1C4B8C-B7D0-EED5-42AE-15FF586A5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44A60-002D-4EA0-A042-7C56AEF360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31968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2A3401-608E-E68D-C722-5790D55BF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EEF15-3224-4E6A-86AF-A482FB815B50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16B863-BBB9-ED37-7B17-B92324B63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A8073B-3F9F-B1A4-B914-B66FF2F3F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44A60-002D-4EA0-A042-7C56AEF360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6042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9B45D-934D-B2B4-E931-62D161E61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3EF68E-A683-5F08-81FE-2F7A85C36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2F9461-27E3-32F2-02EE-2EB4C53BA7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205B7B-8111-B0E0-1902-BDD6CD3D2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EEF15-3224-4E6A-86AF-A482FB815B50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0D673D-C455-D646-1130-C41C22012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425345-8A6D-CE99-CBAF-FE94C180A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44A60-002D-4EA0-A042-7C56AEF360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627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6FCA8-1BC8-4A84-B4A6-CE72028AA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9DE4AC-F933-9872-D86C-0E6C585D4C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F977F3-85E4-553B-8EA0-1CDD371FFE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618186-C2A8-6481-90BA-74EC997CA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EEF15-3224-4E6A-86AF-A482FB815B50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056E09-65D6-5E2A-DB59-2820AD831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74B373-315E-B635-7C9E-505A96795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44A60-002D-4EA0-A042-7C56AEF360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2610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4253F-ADA0-2FD5-D80D-C12BA0537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2EBB90-D758-F3F1-A4A0-72164A1F1B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FA3F83-E9E1-26FE-6DAD-AC11D25A6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EEF15-3224-4E6A-86AF-A482FB815B50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5E5325-921F-7934-306A-DD7E55243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C751DB-C8F3-5A46-3921-B371F90D8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44A60-002D-4EA0-A042-7C56AEF360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6321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788D17-2C3C-EFD8-0115-F8222FB47A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F959D4-478E-DA89-0FDC-30A55BF2C4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95A0C1-CC9B-5F7F-9BE7-01C19A10A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EEF15-3224-4E6A-86AF-A482FB815B50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069EE8-C448-412C-4915-030A4A2D5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B375F-5A77-ED27-E20C-469EA5851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44A60-002D-4EA0-A042-7C56AEF360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2547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76322C-55BE-0415-CC47-FF82B4F97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0927A1-279D-BF63-1619-7D8449ECB0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3AA60-E6BA-DC40-E06F-57CAAF3E02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3EEF15-3224-4E6A-86AF-A482FB815B50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8A7728-54B6-D88F-474D-F6CAA7AD15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64A4F-0357-47F4-9724-09DF617261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744A60-002D-4EA0-A042-7C56AEF360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8223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E901A-8431-0580-D960-8A65BD952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Character Controller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55D41D-EDF8-E1F5-2964-550D92F33E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Component composition</a:t>
            </a:r>
          </a:p>
          <a:p>
            <a:r>
              <a:rPr lang="en-GB" dirty="0"/>
              <a:t>Class inheritance</a:t>
            </a:r>
          </a:p>
          <a:p>
            <a:r>
              <a:rPr lang="en-GB" dirty="0"/>
              <a:t>Interface modules</a:t>
            </a:r>
          </a:p>
        </p:txBody>
      </p:sp>
    </p:spTree>
    <p:extLst>
      <p:ext uri="{BB962C8B-B14F-4D97-AF65-F5344CB8AC3E}">
        <p14:creationId xmlns:p14="http://schemas.microsoft.com/office/powerpoint/2010/main" val="38339000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9BDC3-D3E6-FCB1-B92B-1815F6C27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65C372-0863-93A2-C13F-91627043E1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Build a Character controller with modular functionality capable of fitting the vast majority of use cases</a:t>
            </a:r>
          </a:p>
          <a:p>
            <a:r>
              <a:rPr lang="en-GB" dirty="0"/>
              <a:t>Avoid having to load large unnecessary code </a:t>
            </a:r>
          </a:p>
          <a:p>
            <a:r>
              <a:rPr lang="en-GB" dirty="0"/>
              <a:t>Avoid complex switching logic</a:t>
            </a:r>
          </a:p>
        </p:txBody>
      </p:sp>
    </p:spTree>
    <p:extLst>
      <p:ext uri="{BB962C8B-B14F-4D97-AF65-F5344CB8AC3E}">
        <p14:creationId xmlns:p14="http://schemas.microsoft.com/office/powerpoint/2010/main" val="2358377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76E5A42-D387-03AA-D9EB-806DCE590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Class Inheritance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3EB5081-57B9-AD5F-7BCD-C17210A81892}"/>
              </a:ext>
            </a:extLst>
          </p:cNvPr>
          <p:cNvSpPr/>
          <p:nvPr/>
        </p:nvSpPr>
        <p:spPr>
          <a:xfrm>
            <a:off x="5045404" y="1497352"/>
            <a:ext cx="1586094" cy="115356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Character Controller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11A0F4A-7962-BCE1-90D6-5C47A7B6707B}"/>
              </a:ext>
            </a:extLst>
          </p:cNvPr>
          <p:cNvSpPr/>
          <p:nvPr/>
        </p:nvSpPr>
        <p:spPr>
          <a:xfrm>
            <a:off x="5045404" y="3671491"/>
            <a:ext cx="1586094" cy="115356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Player Controller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D46EA06-2C74-E04D-9B87-BCDD422B9C43}"/>
              </a:ext>
            </a:extLst>
          </p:cNvPr>
          <p:cNvSpPr/>
          <p:nvPr/>
        </p:nvSpPr>
        <p:spPr>
          <a:xfrm>
            <a:off x="8814281" y="3671489"/>
            <a:ext cx="1586094" cy="115356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Enemy Controller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FDAC52A-8D3E-C36A-F7BD-B975FEC5A69D}"/>
              </a:ext>
            </a:extLst>
          </p:cNvPr>
          <p:cNvSpPr/>
          <p:nvPr/>
        </p:nvSpPr>
        <p:spPr>
          <a:xfrm>
            <a:off x="2224194" y="3671494"/>
            <a:ext cx="1586094" cy="115356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NPC Controller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866C4D2-E491-8DE3-0629-C25B77FB6BF2}"/>
              </a:ext>
            </a:extLst>
          </p:cNvPr>
          <p:cNvSpPr/>
          <p:nvPr/>
        </p:nvSpPr>
        <p:spPr>
          <a:xfrm>
            <a:off x="417066" y="3671490"/>
            <a:ext cx="1586094" cy="115356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Widget Controller </a:t>
            </a:r>
          </a:p>
          <a:p>
            <a:pPr algn="ctr"/>
            <a:r>
              <a:rPr lang="en-GB" dirty="0"/>
              <a:t>Eg CCTV camera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3BD125E-8AB3-412E-327C-9103D0CBD412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5838451" y="2650921"/>
            <a:ext cx="0" cy="10205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64347D8-E5D1-43C9-128A-6238D7EFCCE2}"/>
              </a:ext>
            </a:extLst>
          </p:cNvPr>
          <p:cNvCxnSpPr>
            <a:stCxn id="5" idx="2"/>
            <a:endCxn id="7" idx="0"/>
          </p:cNvCxnSpPr>
          <p:nvPr/>
        </p:nvCxnSpPr>
        <p:spPr>
          <a:xfrm>
            <a:off x="5838451" y="2650921"/>
            <a:ext cx="3768877" cy="10205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84DA6B9-FF62-C50B-4915-72146CA00551}"/>
              </a:ext>
            </a:extLst>
          </p:cNvPr>
          <p:cNvCxnSpPr>
            <a:cxnSpLocks/>
            <a:stCxn id="5" idx="2"/>
            <a:endCxn id="9" idx="0"/>
          </p:cNvCxnSpPr>
          <p:nvPr/>
        </p:nvCxnSpPr>
        <p:spPr>
          <a:xfrm flipH="1">
            <a:off x="1210113" y="2650921"/>
            <a:ext cx="4628338" cy="10205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ED8F353-D94C-6BB3-042B-F01EE2E27746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 flipH="1">
            <a:off x="3017241" y="2650921"/>
            <a:ext cx="2821210" cy="10205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7DE8967-2881-C8D1-B509-216CD7706CCD}"/>
              </a:ext>
            </a:extLst>
          </p:cNvPr>
          <p:cNvSpPr/>
          <p:nvPr/>
        </p:nvSpPr>
        <p:spPr>
          <a:xfrm>
            <a:off x="8814281" y="5339306"/>
            <a:ext cx="1586094" cy="115356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Boss Controller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5E5F150-8DFA-5C98-8DAE-A8FAD2806114}"/>
              </a:ext>
            </a:extLst>
          </p:cNvPr>
          <p:cNvCxnSpPr>
            <a:stCxn id="7" idx="2"/>
            <a:endCxn id="26" idx="0"/>
          </p:cNvCxnSpPr>
          <p:nvPr/>
        </p:nvCxnSpPr>
        <p:spPr>
          <a:xfrm>
            <a:off x="9607328" y="4825058"/>
            <a:ext cx="0" cy="5142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A1C2F311-708A-9B55-F282-71057248BA7F}"/>
              </a:ext>
            </a:extLst>
          </p:cNvPr>
          <p:cNvSpPr txBox="1"/>
          <p:nvPr/>
        </p:nvSpPr>
        <p:spPr>
          <a:xfrm>
            <a:off x="352337" y="5146646"/>
            <a:ext cx="76688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Base class for the </a:t>
            </a:r>
            <a:r>
              <a:rPr lang="en-GB" b="1" dirty="0"/>
              <a:t>character controller </a:t>
            </a:r>
            <a:r>
              <a:rPr lang="en-GB" dirty="0"/>
              <a:t>handles all </a:t>
            </a:r>
            <a:r>
              <a:rPr lang="en-GB" b="1" dirty="0"/>
              <a:t>implementation</a:t>
            </a:r>
            <a:r>
              <a:rPr lang="en-GB" dirty="0"/>
              <a:t> and communication with other </a:t>
            </a:r>
            <a:r>
              <a:rPr lang="en-GB" b="1" dirty="0"/>
              <a:t>components</a:t>
            </a:r>
            <a:r>
              <a:rPr lang="en-GB" dirty="0"/>
              <a:t> and modules.</a:t>
            </a:r>
          </a:p>
          <a:p>
            <a:r>
              <a:rPr lang="en-GB" b="1" dirty="0" err="1"/>
              <a:t>Subclassess</a:t>
            </a:r>
            <a:r>
              <a:rPr lang="en-GB" dirty="0"/>
              <a:t> handle </a:t>
            </a:r>
            <a:r>
              <a:rPr lang="en-GB" b="1" dirty="0"/>
              <a:t>decision making</a:t>
            </a:r>
            <a:r>
              <a:rPr lang="en-GB" dirty="0"/>
              <a:t>, for </a:t>
            </a:r>
            <a:r>
              <a:rPr lang="en-GB" b="1" dirty="0"/>
              <a:t>player</a:t>
            </a:r>
            <a:r>
              <a:rPr lang="en-GB" dirty="0"/>
              <a:t> this is an </a:t>
            </a:r>
            <a:r>
              <a:rPr lang="en-GB" b="1" dirty="0"/>
              <a:t>input system</a:t>
            </a:r>
            <a:r>
              <a:rPr lang="en-GB" dirty="0"/>
              <a:t>, for </a:t>
            </a:r>
            <a:r>
              <a:rPr lang="en-GB" b="1" dirty="0"/>
              <a:t>enemy</a:t>
            </a:r>
            <a:r>
              <a:rPr lang="en-GB" dirty="0"/>
              <a:t> it is </a:t>
            </a:r>
            <a:r>
              <a:rPr lang="en-GB" b="1" dirty="0"/>
              <a:t>AI</a:t>
            </a:r>
            <a:r>
              <a:rPr lang="en-GB" dirty="0"/>
              <a:t>. These pass data via </a:t>
            </a:r>
            <a:r>
              <a:rPr lang="en-GB" b="1" dirty="0"/>
              <a:t>common variables </a:t>
            </a:r>
            <a:r>
              <a:rPr lang="en-GB" dirty="0"/>
              <a:t>on the CC.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3B7176A7-3B3E-57E7-F6B8-01749F85BC96}"/>
              </a:ext>
            </a:extLst>
          </p:cNvPr>
          <p:cNvSpPr/>
          <p:nvPr/>
        </p:nvSpPr>
        <p:spPr>
          <a:xfrm>
            <a:off x="8966681" y="3823889"/>
            <a:ext cx="1586094" cy="115356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Enemy Controller</a:t>
            </a:r>
          </a:p>
        </p:txBody>
      </p:sp>
    </p:spTree>
    <p:extLst>
      <p:ext uri="{BB962C8B-B14F-4D97-AF65-F5344CB8AC3E}">
        <p14:creationId xmlns:p14="http://schemas.microsoft.com/office/powerpoint/2010/main" val="1019822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A697A-8833-19FC-892E-ED829D824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Interface Modules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E63B0B4-B004-5177-5C7C-F5759D77E806}"/>
              </a:ext>
            </a:extLst>
          </p:cNvPr>
          <p:cNvSpPr/>
          <p:nvPr/>
        </p:nvSpPr>
        <p:spPr>
          <a:xfrm>
            <a:off x="880844" y="2369890"/>
            <a:ext cx="4647501" cy="316576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Character Controller</a:t>
            </a:r>
          </a:p>
          <a:p>
            <a:pPr algn="ctr"/>
            <a:r>
              <a:rPr lang="en-GB" sz="1400" dirty="0"/>
              <a:t>Functions as a signal and variable hub</a:t>
            </a:r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C3E813-E830-F1D7-4EEB-94A4C53E5151}"/>
              </a:ext>
            </a:extLst>
          </p:cNvPr>
          <p:cNvSpPr/>
          <p:nvPr/>
        </p:nvSpPr>
        <p:spPr>
          <a:xfrm>
            <a:off x="885038" y="3010269"/>
            <a:ext cx="4643307" cy="55505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Interface Layer</a:t>
            </a:r>
          </a:p>
          <a:p>
            <a:pPr algn="ctr"/>
            <a:r>
              <a:rPr lang="en-GB" sz="1200" dirty="0"/>
              <a:t>Common interfaces, </a:t>
            </a:r>
            <a:r>
              <a:rPr lang="en-GB" sz="1200" dirty="0" err="1"/>
              <a:t>Initisalise</a:t>
            </a:r>
            <a:r>
              <a:rPr lang="en-GB" sz="1200" dirty="0"/>
              <a:t>, Tick, </a:t>
            </a:r>
            <a:r>
              <a:rPr lang="en-GB" sz="1200" dirty="0" err="1"/>
              <a:t>FixedTick</a:t>
            </a:r>
            <a:r>
              <a:rPr lang="en-GB" sz="1200" dirty="0"/>
              <a:t>, Dispose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54C1D2-6827-531C-0A8A-2E8C9E45ACE8}"/>
              </a:ext>
            </a:extLst>
          </p:cNvPr>
          <p:cNvSpPr/>
          <p:nvPr/>
        </p:nvSpPr>
        <p:spPr>
          <a:xfrm>
            <a:off x="1675004" y="3565321"/>
            <a:ext cx="591423" cy="1970333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GB" dirty="0"/>
              <a:t>Movement Module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4483B6-BE12-3A0B-8BDF-755173DF0D81}"/>
              </a:ext>
            </a:extLst>
          </p:cNvPr>
          <p:cNvSpPr/>
          <p:nvPr/>
        </p:nvSpPr>
        <p:spPr>
          <a:xfrm>
            <a:off x="2476152" y="3565321"/>
            <a:ext cx="591423" cy="1970333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GB" dirty="0"/>
              <a:t>Animation Module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1840801-3A1D-7D6C-9CC7-4DE3677CA004}"/>
              </a:ext>
            </a:extLst>
          </p:cNvPr>
          <p:cNvSpPr/>
          <p:nvPr/>
        </p:nvSpPr>
        <p:spPr>
          <a:xfrm>
            <a:off x="3240949" y="3565321"/>
            <a:ext cx="591423" cy="197033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GB" dirty="0"/>
              <a:t>VFX Module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E47CD9B-08C1-CFD0-E7AA-C8776EF167E8}"/>
              </a:ext>
            </a:extLst>
          </p:cNvPr>
          <p:cNvSpPr/>
          <p:nvPr/>
        </p:nvSpPr>
        <p:spPr>
          <a:xfrm>
            <a:off x="4068663" y="3565321"/>
            <a:ext cx="591423" cy="1970333"/>
          </a:xfrm>
          <a:prstGeom prst="rect">
            <a:avLst/>
          </a:prstGeom>
          <a:solidFill>
            <a:srgbClr val="CB5A51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GB" dirty="0"/>
              <a:t>Flight Module</a:t>
            </a:r>
          </a:p>
        </p:txBody>
      </p:sp>
    </p:spTree>
    <p:extLst>
      <p:ext uri="{BB962C8B-B14F-4D97-AF65-F5344CB8AC3E}">
        <p14:creationId xmlns:p14="http://schemas.microsoft.com/office/powerpoint/2010/main" val="30218711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6FBBE-A81D-071F-DF09-ADBB4937D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Component Composition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F7CE55-54A1-26D0-B58B-FC311716C817}"/>
              </a:ext>
            </a:extLst>
          </p:cNvPr>
          <p:cNvSpPr/>
          <p:nvPr/>
        </p:nvSpPr>
        <p:spPr>
          <a:xfrm>
            <a:off x="1325461" y="2260833"/>
            <a:ext cx="9466976" cy="358629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Character Game Object</a:t>
            </a:r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314841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138</Words>
  <Application>Microsoft Office PowerPoint</Application>
  <PresentationFormat>Widescreen</PresentationFormat>
  <Paragraphs>47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Character Controller Overview</vt:lpstr>
      <vt:lpstr>Objectives</vt:lpstr>
      <vt:lpstr>Class Inheritance</vt:lpstr>
      <vt:lpstr>Interface Modules</vt:lpstr>
      <vt:lpstr>Component Composition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Mulgrew</dc:creator>
  <cp:lastModifiedBy>David Mulgrew</cp:lastModifiedBy>
  <cp:revision>6</cp:revision>
  <dcterms:created xsi:type="dcterms:W3CDTF">2025-11-20T08:18:49Z</dcterms:created>
  <dcterms:modified xsi:type="dcterms:W3CDTF">2025-11-20T08:39:14Z</dcterms:modified>
</cp:coreProperties>
</file>